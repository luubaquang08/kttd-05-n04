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8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7" r:id="rId22"/>
    <p:sldId id="257" r:id="rId23"/>
    <p:sldId id="288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6" r:id="rId32"/>
    <p:sldId id="267" r:id="rId33"/>
  </p:sldIdLst>
  <p:sldSz cx="12192000" cy="6858000"/>
  <p:notesSz cx="6858000" cy="9144000"/>
  <p:embeddedFontLst>
    <p:embeddedFont>
      <p:font typeface="Be Vietnam Pro" panose="020B0604020202020204" charset="0"/>
      <p:regular r:id="rId35"/>
      <p:bold r:id="rId36"/>
      <p:italic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Fira Code" panose="020B0604020202020204" charset="0"/>
      <p:regular r:id="rId43"/>
      <p:bold r:id="rId44"/>
    </p:embeddedFont>
    <p:embeddedFont>
      <p:font typeface="Fira Sans" panose="020B0604020202020204" charset="0"/>
      <p:regular r:id="rId45"/>
      <p:bold r:id="rId46"/>
      <p:italic r:id="rId47"/>
      <p:boldItalic r:id="rId48"/>
    </p:embeddedFont>
    <p:embeddedFont>
      <p:font typeface="Fira Sans Bold" panose="020B0604020202020204" charset="0"/>
      <p:regular r:id="rId49"/>
      <p:bold r:id="rId50"/>
    </p:embeddedFont>
    <p:embeddedFont>
      <p:font typeface="Fira Sans SemiBold" panose="020B0604020202020204" charset="0"/>
      <p:bold r:id="rId51"/>
      <p:boldItalic r:id="rId52"/>
    </p:embeddedFont>
    <p:embeddedFont>
      <p:font typeface="Inter" panose="020B0604020202020204" charset="0"/>
      <p:regular r:id="rId53"/>
      <p:bold r:id="rId54"/>
      <p:italic r:id="rId55"/>
      <p:boldItalic r:id="rId56"/>
    </p:embeddedFont>
    <p:embeddedFont>
      <p:font typeface="JetBrains Mono" panose="020B0604020202020204" charset="0"/>
      <p:regular r:id="rId57"/>
      <p:bold r:id="rId58"/>
      <p:italic r:id="rId59"/>
      <p:boldItalic r:id="rId60"/>
    </p:embeddedFont>
    <p:embeddedFont>
      <p:font typeface="Noto Sans" panose="020B0604020202020204" charset="0"/>
      <p:regular r:id="rId61"/>
      <p:bold r:id="rId62"/>
      <p:italic r:id="rId63"/>
      <p:boldItalic r:id="rId64"/>
    </p:embeddedFont>
    <p:embeddedFont>
      <p:font typeface="Noto Sans Medium" panose="020B0604020202020204" charset="0"/>
      <p:regular r:id="rId65"/>
    </p:embeddedFont>
    <p:embeddedFont>
      <p:font typeface="Segoe UI" panose="020B0502040204020203" pitchFamily="34" charset="0"/>
      <p:regular r:id="rId66"/>
      <p:bold r:id="rId67"/>
      <p:italic r:id="rId68"/>
      <p:boldItalic r:id="rId69"/>
    </p:embeddedFont>
    <p:embeddedFont>
      <p:font typeface="Space Grotesk" panose="020B0604020202020204" charset="0"/>
      <p:regular r:id="rId70"/>
      <p:bold r:id="rId7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9DA"/>
    <a:srgbClr val="1A7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29" dt="2026-10-20T16:52:19.861"/>
    <p1510:client id="{2B5D4740-1C20-11D9-71E8-A413BF0D299B}" v="392" dt="2026-10-20T15:49:39.825"/>
    <p1510:client id="{AFB97126-EC93-51F4-627E-E3A5B9BE283B}" v="135" dt="2026-10-20T15:14:05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63" Type="http://schemas.openxmlformats.org/officeDocument/2006/relationships/font" Target="fonts/font29.fntdata"/><Relationship Id="rId68" Type="http://schemas.openxmlformats.org/officeDocument/2006/relationships/font" Target="fonts/font3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font" Target="fonts/font24.fntdata"/><Relationship Id="rId66" Type="http://schemas.openxmlformats.org/officeDocument/2006/relationships/font" Target="fonts/font32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font" Target="fonts/font22.fntdata"/><Relationship Id="rId64" Type="http://schemas.openxmlformats.org/officeDocument/2006/relationships/font" Target="fonts/font30.fntdata"/><Relationship Id="rId69" Type="http://schemas.openxmlformats.org/officeDocument/2006/relationships/font" Target="fonts/font35.fntdata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font" Target="fonts/font25.fntdata"/><Relationship Id="rId67" Type="http://schemas.openxmlformats.org/officeDocument/2006/relationships/font" Target="fonts/font33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62" Type="http://schemas.openxmlformats.org/officeDocument/2006/relationships/font" Target="fonts/font28.fntdata"/><Relationship Id="rId70" Type="http://schemas.openxmlformats.org/officeDocument/2006/relationships/font" Target="fonts/font36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font" Target="fonts/font2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0" Type="http://schemas.openxmlformats.org/officeDocument/2006/relationships/font" Target="fonts/font26.fntdata"/><Relationship Id="rId65" Type="http://schemas.openxmlformats.org/officeDocument/2006/relationships/font" Target="fonts/font31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5.fntdata"/><Relationship Id="rId34" Type="http://schemas.openxmlformats.org/officeDocument/2006/relationships/notesMaster" Target="notesMasters/notesMaster1.xml"/><Relationship Id="rId50" Type="http://schemas.openxmlformats.org/officeDocument/2006/relationships/font" Target="fonts/font16.fntdata"/><Relationship Id="rId55" Type="http://schemas.openxmlformats.org/officeDocument/2006/relationships/font" Target="fonts/font21.fntdata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font" Target="fonts/font3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46958 Lưu Bá Quang" userId="S::a46958@thanglong.edu.vn::9d91624c-37c2-4d0a-9812-4047246de0ca" providerId="AD" clId="Web-{AFB97126-EC93-51F4-627E-E3A5B9BE283B}"/>
    <pc:docChg chg="addSld modSld sldOrd">
      <pc:chgData name="a46958 Lưu Bá Quang" userId="S::a46958@thanglong.edu.vn::9d91624c-37c2-4d0a-9812-4047246de0ca" providerId="AD" clId="Web-{AFB97126-EC93-51F4-627E-E3A5B9BE283B}" dt="2026-10-20T15:14:05.879" v="149" actId="1076"/>
      <pc:docMkLst>
        <pc:docMk/>
      </pc:docMkLst>
      <pc:sldChg chg="delSp modSp">
        <pc:chgData name="a46958 Lưu Bá Quang" userId="S::a46958@thanglong.edu.vn::9d91624c-37c2-4d0a-9812-4047246de0ca" providerId="AD" clId="Web-{AFB97126-EC93-51F4-627E-E3A5B9BE283B}" dt="2026-10-20T15:13:27.174" v="133"/>
        <pc:sldMkLst>
          <pc:docMk/>
          <pc:sldMk cId="0" sldId="256"/>
        </pc:sldMkLst>
        <pc:spChg chg="mod">
          <ac:chgData name="a46958 Lưu Bá Quang" userId="S::a46958@thanglong.edu.vn::9d91624c-37c2-4d0a-9812-4047246de0ca" providerId="AD" clId="Web-{AFB97126-EC93-51F4-627E-E3A5B9BE283B}" dt="2026-10-20T15:12:42.016" v="127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a46958 Lưu Bá Quang" userId="S::a46958@thanglong.edu.vn::9d91624c-37c2-4d0a-9812-4047246de0ca" providerId="AD" clId="Web-{AFB97126-EC93-51F4-627E-E3A5B9BE283B}" dt="2026-10-20T15:13:01.595" v="131" actId="20577"/>
          <ac:spMkLst>
            <pc:docMk/>
            <pc:sldMk cId="0" sldId="256"/>
            <ac:spMk id="9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25.143" v="132"/>
          <ac:spMkLst>
            <pc:docMk/>
            <pc:sldMk cId="0" sldId="256"/>
            <ac:spMk id="10" creationId="{00000000-0000-0000-0000-000000000000}"/>
          </ac:spMkLst>
        </pc:spChg>
        <pc:picChg chg="del">
          <ac:chgData name="a46958 Lưu Bá Quang" userId="S::a46958@thanglong.edu.vn::9d91624c-37c2-4d0a-9812-4047246de0ca" providerId="AD" clId="Web-{AFB97126-EC93-51F4-627E-E3A5B9BE283B}" dt="2026-10-20T15:13:27.174" v="133"/>
          <ac:picMkLst>
            <pc:docMk/>
            <pc:sldMk cId="0" sldId="256"/>
            <ac:picMk id="7" creationId="{00000000-0000-0000-0000-000000000000}"/>
          </ac:picMkLst>
        </pc:picChg>
      </pc:sldChg>
      <pc:sldChg chg="modSp">
        <pc:chgData name="a46958 Lưu Bá Quang" userId="S::a46958@thanglong.edu.vn::9d91624c-37c2-4d0a-9812-4047246de0ca" providerId="AD" clId="Web-{AFB97126-EC93-51F4-627E-E3A5B9BE283B}" dt="2026-10-20T15:09:56.806" v="70" actId="20577"/>
        <pc:sldMkLst>
          <pc:docMk/>
          <pc:sldMk cId="0" sldId="257"/>
        </pc:sldMkLst>
        <pc:spChg chg="mod">
          <ac:chgData name="a46958 Lưu Bá Quang" userId="S::a46958@thanglong.edu.vn::9d91624c-37c2-4d0a-9812-4047246de0ca" providerId="AD" clId="Web-{AFB97126-EC93-51F4-627E-E3A5B9BE283B}" dt="2026-10-20T15:09:56.806" v="70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00.993" v="74" actId="20577"/>
        <pc:sldMkLst>
          <pc:docMk/>
          <pc:sldMk cId="0" sldId="258"/>
        </pc:sldMkLst>
        <pc:spChg chg="mod">
          <ac:chgData name="a46958 Lưu Bá Quang" userId="S::a46958@thanglong.edu.vn::9d91624c-37c2-4d0a-9812-4047246de0ca" providerId="AD" clId="Web-{AFB97126-EC93-51F4-627E-E3A5B9BE283B}" dt="2026-10-20T15:10:00.993" v="74" actId="20577"/>
          <ac:spMkLst>
            <pc:docMk/>
            <pc:sldMk cId="0" sldId="258"/>
            <ac:spMk id="13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06.462" v="78" actId="20577"/>
        <pc:sldMkLst>
          <pc:docMk/>
          <pc:sldMk cId="0" sldId="259"/>
        </pc:sldMkLst>
        <pc:spChg chg="mod">
          <ac:chgData name="a46958 Lưu Bá Quang" userId="S::a46958@thanglong.edu.vn::9d91624c-37c2-4d0a-9812-4047246de0ca" providerId="AD" clId="Web-{AFB97126-EC93-51F4-627E-E3A5B9BE283B}" dt="2026-10-20T15:10:06.462" v="78" actId="20577"/>
          <ac:spMkLst>
            <pc:docMk/>
            <pc:sldMk cId="0" sldId="259"/>
            <ac:spMk id="10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12.853" v="80" actId="20577"/>
        <pc:sldMkLst>
          <pc:docMk/>
          <pc:sldMk cId="0" sldId="260"/>
        </pc:sldMkLst>
        <pc:spChg chg="mod">
          <ac:chgData name="a46958 Lưu Bá Quang" userId="S::a46958@thanglong.edu.vn::9d91624c-37c2-4d0a-9812-4047246de0ca" providerId="AD" clId="Web-{AFB97126-EC93-51F4-627E-E3A5B9BE283B}" dt="2026-10-20T15:10:12.853" v="80" actId="20577"/>
          <ac:spMkLst>
            <pc:docMk/>
            <pc:sldMk cId="0" sldId="260"/>
            <ac:spMk id="10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17.744" v="82" actId="20577"/>
        <pc:sldMkLst>
          <pc:docMk/>
          <pc:sldMk cId="0" sldId="261"/>
        </pc:sldMkLst>
        <pc:spChg chg="mod">
          <ac:chgData name="a46958 Lưu Bá Quang" userId="S::a46958@thanglong.edu.vn::9d91624c-37c2-4d0a-9812-4047246de0ca" providerId="AD" clId="Web-{AFB97126-EC93-51F4-627E-E3A5B9BE283B}" dt="2026-10-20T15:10:17.744" v="8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23.885" v="90" actId="20577"/>
        <pc:sldMkLst>
          <pc:docMk/>
          <pc:sldMk cId="0" sldId="262"/>
        </pc:sldMkLst>
        <pc:spChg chg="mod">
          <ac:chgData name="a46958 Lưu Bá Quang" userId="S::a46958@thanglong.edu.vn::9d91624c-37c2-4d0a-9812-4047246de0ca" providerId="AD" clId="Web-{AFB97126-EC93-51F4-627E-E3A5B9BE283B}" dt="2026-10-20T15:10:23.885" v="90" actId="20577"/>
          <ac:spMkLst>
            <pc:docMk/>
            <pc:sldMk cId="0" sldId="262"/>
            <ac:spMk id="14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27.651" v="94" actId="20577"/>
        <pc:sldMkLst>
          <pc:docMk/>
          <pc:sldMk cId="0" sldId="263"/>
        </pc:sldMkLst>
        <pc:spChg chg="mod">
          <ac:chgData name="a46958 Lưu Bá Quang" userId="S::a46958@thanglong.edu.vn::9d91624c-37c2-4d0a-9812-4047246de0ca" providerId="AD" clId="Web-{AFB97126-EC93-51F4-627E-E3A5B9BE283B}" dt="2026-10-20T15:10:27.651" v="94" actId="20577"/>
          <ac:spMkLst>
            <pc:docMk/>
            <pc:sldMk cId="0" sldId="263"/>
            <ac:spMk id="11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32.432" v="100" actId="20577"/>
        <pc:sldMkLst>
          <pc:docMk/>
          <pc:sldMk cId="0" sldId="264"/>
        </pc:sldMkLst>
        <pc:spChg chg="mod">
          <ac:chgData name="a46958 Lưu Bá Quang" userId="S::a46958@thanglong.edu.vn::9d91624c-37c2-4d0a-9812-4047246de0ca" providerId="AD" clId="Web-{AFB97126-EC93-51F4-627E-E3A5B9BE283B}" dt="2026-10-20T15:10:32.432" v="100" actId="20577"/>
          <ac:spMkLst>
            <pc:docMk/>
            <pc:sldMk cId="0" sldId="264"/>
            <ac:spMk id="10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54.636" v="119" actId="20577"/>
        <pc:sldMkLst>
          <pc:docMk/>
          <pc:sldMk cId="0" sldId="265"/>
        </pc:sldMkLst>
        <pc:spChg chg="mod">
          <ac:chgData name="a46958 Lưu Bá Quang" userId="S::a46958@thanglong.edu.vn::9d91624c-37c2-4d0a-9812-4047246de0ca" providerId="AD" clId="Web-{AFB97126-EC93-51F4-627E-E3A5B9BE283B}" dt="2026-10-20T15:10:37.261" v="107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46958 Lưu Bá Quang" userId="S::a46958@thanglong.edu.vn::9d91624c-37c2-4d0a-9812-4047246de0ca" providerId="AD" clId="Web-{AFB97126-EC93-51F4-627E-E3A5B9BE283B}" dt="2026-10-20T15:10:54.636" v="11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a46958 Lưu Bá Quang" userId="S::a46958@thanglong.edu.vn::9d91624c-37c2-4d0a-9812-4047246de0ca" providerId="AD" clId="Web-{AFB97126-EC93-51F4-627E-E3A5B9BE283B}" dt="2026-10-20T15:14:05.879" v="149" actId="1076"/>
        <pc:sldMkLst>
          <pc:docMk/>
          <pc:sldMk cId="0" sldId="267"/>
        </pc:sldMkLst>
        <pc:spChg chg="del">
          <ac:chgData name="a46958 Lưu Bá Quang" userId="S::a46958@thanglong.edu.vn::9d91624c-37c2-4d0a-9812-4047246de0ca" providerId="AD" clId="Web-{AFB97126-EC93-51F4-627E-E3A5B9BE283B}" dt="2026-10-20T15:13:51.019" v="14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5"/>
          <ac:spMkLst>
            <pc:docMk/>
            <pc:sldMk cId="0" sldId="267"/>
            <ac:spMk id="3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4"/>
          <ac:spMkLst>
            <pc:docMk/>
            <pc:sldMk cId="0" sldId="267"/>
            <ac:spMk id="4" creationId="{00000000-0000-0000-0000-000000000000}"/>
          </ac:spMkLst>
        </pc:spChg>
        <pc:spChg chg="mod">
          <ac:chgData name="a46958 Lưu Bá Quang" userId="S::a46958@thanglong.edu.vn::9d91624c-37c2-4d0a-9812-4047246de0ca" providerId="AD" clId="Web-{AFB97126-EC93-51F4-627E-E3A5B9BE283B}" dt="2026-10-20T15:14:05.879" v="149" actId="1076"/>
          <ac:spMkLst>
            <pc:docMk/>
            <pc:sldMk cId="0" sldId="267"/>
            <ac:spMk id="6" creationId="{00000000-0000-0000-0000-000000000000}"/>
          </ac:spMkLst>
        </pc:spChg>
        <pc:spChg chg="del mod">
          <ac:chgData name="a46958 Lưu Bá Quang" userId="S::a46958@thanglong.edu.vn::9d91624c-37c2-4d0a-9812-4047246de0ca" providerId="AD" clId="Web-{AFB97126-EC93-51F4-627E-E3A5B9BE283B}" dt="2026-10-20T15:13:47.222" v="140"/>
          <ac:spMkLst>
            <pc:docMk/>
            <pc:sldMk cId="0" sldId="267"/>
            <ac:spMk id="7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3"/>
          <ac:spMkLst>
            <pc:docMk/>
            <pc:sldMk cId="0" sldId="267"/>
            <ac:spMk id="8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2"/>
          <ac:spMkLst>
            <pc:docMk/>
            <pc:sldMk cId="0" sldId="267"/>
            <ac:spMk id="9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1"/>
          <ac:spMkLst>
            <pc:docMk/>
            <pc:sldMk cId="0" sldId="267"/>
            <ac:spMk id="10" creationId="{00000000-0000-0000-0000-000000000000}"/>
          </ac:spMkLst>
        </pc:spChg>
        <pc:picChg chg="del">
          <ac:chgData name="a46958 Lưu Bá Quang" userId="S::a46958@thanglong.edu.vn::9d91624c-37c2-4d0a-9812-4047246de0ca" providerId="AD" clId="Web-{AFB97126-EC93-51F4-627E-E3A5B9BE283B}" dt="2026-10-20T15:11:03.199" v="120"/>
          <ac:picMkLst>
            <pc:docMk/>
            <pc:sldMk cId="0" sldId="267"/>
            <ac:picMk id="5" creationId="{00000000-0000-0000-0000-000000000000}"/>
          </ac:picMkLst>
        </pc:picChg>
      </pc:sldChg>
      <pc:sldChg chg="ord">
        <pc:chgData name="a46958 Lưu Bá Quang" userId="S::a46958@thanglong.edu.vn::9d91624c-37c2-4d0a-9812-4047246de0ca" providerId="AD" clId="Web-{AFB97126-EC93-51F4-627E-E3A5B9BE283B}" dt="2026-10-20T15:05:39.576" v="35"/>
        <pc:sldMkLst>
          <pc:docMk/>
          <pc:sldMk cId="0" sldId="268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4"/>
        <pc:sldMkLst>
          <pc:docMk/>
          <pc:sldMk cId="0" sldId="269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3"/>
        <pc:sldMkLst>
          <pc:docMk/>
          <pc:sldMk cId="0" sldId="270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2"/>
        <pc:sldMkLst>
          <pc:docMk/>
          <pc:sldMk cId="0" sldId="271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1"/>
        <pc:sldMkLst>
          <pc:docMk/>
          <pc:sldMk cId="0" sldId="272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0"/>
        <pc:sldMkLst>
          <pc:docMk/>
          <pc:sldMk cId="0" sldId="273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29"/>
        <pc:sldMkLst>
          <pc:docMk/>
          <pc:sldMk cId="0" sldId="274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28"/>
        <pc:sldMkLst>
          <pc:docMk/>
          <pc:sldMk cId="0" sldId="275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27"/>
        <pc:sldMkLst>
          <pc:docMk/>
          <pc:sldMk cId="0" sldId="276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8"/>
        <pc:sldMkLst>
          <pc:docMk/>
          <pc:sldMk cId="0" sldId="277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7"/>
        <pc:sldMkLst>
          <pc:docMk/>
          <pc:sldMk cId="0" sldId="278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6"/>
        <pc:sldMkLst>
          <pc:docMk/>
          <pc:sldMk cId="0" sldId="279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5"/>
        <pc:sldMkLst>
          <pc:docMk/>
          <pc:sldMk cId="0" sldId="280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4"/>
        <pc:sldMkLst>
          <pc:docMk/>
          <pc:sldMk cId="0" sldId="281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3"/>
        <pc:sldMkLst>
          <pc:docMk/>
          <pc:sldMk cId="0" sldId="282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2"/>
        <pc:sldMkLst>
          <pc:docMk/>
          <pc:sldMk cId="0" sldId="283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1"/>
        <pc:sldMkLst>
          <pc:docMk/>
          <pc:sldMk cId="0" sldId="284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0"/>
        <pc:sldMkLst>
          <pc:docMk/>
          <pc:sldMk cId="0" sldId="285"/>
        </pc:sldMkLst>
      </pc:sldChg>
      <pc:sldChg chg="delSp modSp add ord replId">
        <pc:chgData name="a46958 Lưu Bá Quang" userId="S::a46958@thanglong.edu.vn::9d91624c-37c2-4d0a-9812-4047246de0ca" providerId="AD" clId="Web-{AFB97126-EC93-51F4-627E-E3A5B9BE283B}" dt="2026-10-20T15:09:42.555" v="67"/>
        <pc:sldMkLst>
          <pc:docMk/>
          <pc:sldMk cId="1525206185" sldId="286"/>
        </pc:sldMkLst>
        <pc:spChg chg="mod">
          <ac:chgData name="a46958 Lưu Bá Quang" userId="S::a46958@thanglong.edu.vn::9d91624c-37c2-4d0a-9812-4047246de0ca" providerId="AD" clId="Web-{AFB97126-EC93-51F4-627E-E3A5B9BE283B}" dt="2026-10-20T15:07:12.642" v="44" actId="1076"/>
          <ac:spMkLst>
            <pc:docMk/>
            <pc:sldMk cId="1525206185" sldId="286"/>
            <ac:spMk id="3" creationId="{F6187CF8-2DC1-8AB0-3EF4-FE176341A019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07:06.533" v="43"/>
          <ac:spMkLst>
            <pc:docMk/>
            <pc:sldMk cId="1525206185" sldId="286"/>
            <ac:spMk id="4" creationId="{7B43D810-0253-7934-993B-F7CAC1D2A1F1}"/>
          </ac:spMkLst>
        </pc:spChg>
      </pc:sldChg>
      <pc:sldChg chg="delSp modSp add ord replId">
        <pc:chgData name="a46958 Lưu Bá Quang" userId="S::a46958@thanglong.edu.vn::9d91624c-37c2-4d0a-9812-4047246de0ca" providerId="AD" clId="Web-{AFB97126-EC93-51F4-627E-E3A5B9BE283B}" dt="2026-10-20T15:09:50.774" v="68"/>
        <pc:sldMkLst>
          <pc:docMk/>
          <pc:sldMk cId="431075941" sldId="287"/>
        </pc:sldMkLst>
        <pc:spChg chg="mod">
          <ac:chgData name="a46958 Lưu Bá Quang" userId="S::a46958@thanglong.edu.vn::9d91624c-37c2-4d0a-9812-4047246de0ca" providerId="AD" clId="Web-{AFB97126-EC93-51F4-627E-E3A5B9BE283B}" dt="2026-10-20T15:09:36.383" v="66" actId="1076"/>
          <ac:spMkLst>
            <pc:docMk/>
            <pc:sldMk cId="431075941" sldId="287"/>
            <ac:spMk id="3" creationId="{870B1D0A-CF60-A79C-6A60-7BAFC3512658}"/>
          </ac:spMkLst>
        </pc:spChg>
        <pc:spChg chg="del mod">
          <ac:chgData name="a46958 Lưu Bá Quang" userId="S::a46958@thanglong.edu.vn::9d91624c-37c2-4d0a-9812-4047246de0ca" providerId="AD" clId="Web-{AFB97126-EC93-51F4-627E-E3A5B9BE283B}" dt="2026-10-20T15:09:27.820" v="64"/>
          <ac:spMkLst>
            <pc:docMk/>
            <pc:sldMk cId="431075941" sldId="287"/>
            <ac:spMk id="4" creationId="{790D7D42-09D1-CD3C-1181-C3CF546C2C6A}"/>
          </ac:spMkLst>
        </pc:spChg>
      </pc:sldChg>
    </pc:docChg>
  </pc:docChgLst>
  <pc:docChgLst>
    <pc:chgData name="Guest User" userId="S::urn:spo:tenantanon#fc0bdaaf-292e-45cc-b51f-872867f9c981::" providerId="AD" clId="Web-{2B5D4740-1C20-11D9-71E8-A413BF0D299B}"/>
    <pc:docChg chg="modSld">
      <pc:chgData name="Guest User" userId="S::urn:spo:tenantanon#fc0bdaaf-292e-45cc-b51f-872867f9c981::" providerId="AD" clId="Web-{2B5D4740-1C20-11D9-71E8-A413BF0D299B}" dt="2026-10-20T15:49:37.966" v="385"/>
      <pc:docMkLst>
        <pc:docMk/>
      </pc:docMkLst>
      <pc:sldChg chg="addSp delSp modSp">
        <pc:chgData name="Guest User" userId="S::urn:spo:tenantanon#fc0bdaaf-292e-45cc-b51f-872867f9c981::" providerId="AD" clId="Web-{2B5D4740-1C20-11D9-71E8-A413BF0D299B}" dt="2026-10-20T15:47:03.631" v="164" actId="20577"/>
        <pc:sldMkLst>
          <pc:docMk/>
          <pc:sldMk cId="0" sldId="257"/>
        </pc:sldMkLst>
        <pc:spChg chg="mod">
          <ac:chgData name="Guest User" userId="S::urn:spo:tenantanon#fc0bdaaf-292e-45cc-b51f-872867f9c981::" providerId="AD" clId="Web-{2B5D4740-1C20-11D9-71E8-A413BF0D299B}" dt="2026-10-20T15:44:54.985" v="163"/>
          <ac:spMkLst>
            <pc:docMk/>
            <pc:sldMk cId="0" sldId="257"/>
            <ac:spMk id="2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62"/>
          <ac:spMkLst>
            <pc:docMk/>
            <pc:sldMk cId="0" sldId="257"/>
            <ac:spMk id="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61"/>
          <ac:spMkLst>
            <pc:docMk/>
            <pc:sldMk cId="0" sldId="257"/>
            <ac:spMk id="4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60"/>
          <ac:spMkLst>
            <pc:docMk/>
            <pc:sldMk cId="0" sldId="257"/>
            <ac:spMk id="5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9"/>
          <ac:spMkLst>
            <pc:docMk/>
            <pc:sldMk cId="0" sldId="257"/>
            <ac:spMk id="6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8"/>
          <ac:spMkLst>
            <pc:docMk/>
            <pc:sldMk cId="0" sldId="257"/>
            <ac:spMk id="7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7"/>
          <ac:spMkLst>
            <pc:docMk/>
            <pc:sldMk cId="0" sldId="257"/>
            <ac:spMk id="8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6"/>
          <ac:spMkLst>
            <pc:docMk/>
            <pc:sldMk cId="0" sldId="257"/>
            <ac:spMk id="9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2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9"/>
          <ac:spMkLst>
            <pc:docMk/>
            <pc:sldMk cId="0" sldId="257"/>
            <ac:spMk id="17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7:03.631" v="164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4"/>
          <ac:spMkLst>
            <pc:docMk/>
            <pc:sldMk cId="0" sldId="257"/>
            <ac:spMk id="22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2"/>
          <ac:spMkLst>
            <pc:docMk/>
            <pc:sldMk cId="0" sldId="257"/>
            <ac:spMk id="24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1"/>
          <ac:spMkLst>
            <pc:docMk/>
            <pc:sldMk cId="0" sldId="257"/>
            <ac:spMk id="25" creationId="{00000000-0000-0000-0000-000000000000}"/>
          </ac:spMkLst>
        </pc:spChg>
        <pc:spChg chg="add del">
          <ac:chgData name="Guest User" userId="S::urn:spo:tenantanon#fc0bdaaf-292e-45cc-b51f-872867f9c981::" providerId="AD" clId="Web-{2B5D4740-1C20-11D9-71E8-A413BF0D299B}" dt="2026-10-20T15:34:52.507" v="3"/>
          <ac:spMkLst>
            <pc:docMk/>
            <pc:sldMk cId="0" sldId="257"/>
            <ac:spMk id="26" creationId="{518D3E05-4E02-B76F-3916-A56C8F7C1E73}"/>
          </ac:spMkLst>
        </pc:spChg>
      </pc:sldChg>
      <pc:sldChg chg="modSp">
        <pc:chgData name="Guest User" userId="S::urn:spo:tenantanon#fc0bdaaf-292e-45cc-b51f-872867f9c981::" providerId="AD" clId="Web-{2B5D4740-1C20-11D9-71E8-A413BF0D299B}" dt="2026-10-20T15:49:37.966" v="385"/>
        <pc:sldMkLst>
          <pc:docMk/>
          <pc:sldMk cId="0" sldId="266"/>
        </pc:sldMkLst>
        <pc:spChg chg="mod">
          <ac:chgData name="Guest User" userId="S::urn:spo:tenantanon#fc0bdaaf-292e-45cc-b51f-872867f9c981::" providerId="AD" clId="Web-{2B5D4740-1C20-11D9-71E8-A413BF0D299B}" dt="2026-10-20T15:47:37.836" v="170"/>
          <ac:spMkLst>
            <pc:docMk/>
            <pc:sldMk cId="0" sldId="266"/>
            <ac:spMk id="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7:37.961" v="171"/>
          <ac:spMkLst>
            <pc:docMk/>
            <pc:sldMk cId="0" sldId="266"/>
            <ac:spMk id="4" creationId="{00000000-0000-0000-0000-000000000000}"/>
          </ac:spMkLst>
        </pc:spChg>
        <pc:graphicFrameChg chg="mod modGraphic">
          <ac:chgData name="Guest User" userId="S::urn:spo:tenantanon#fc0bdaaf-292e-45cc-b51f-872867f9c981::" providerId="AD" clId="Web-{2B5D4740-1C20-11D9-71E8-A413BF0D299B}" dt="2026-10-20T15:49:37.966" v="385"/>
          <ac:graphicFrameMkLst>
            <pc:docMk/>
            <pc:sldMk cId="0" sldId="266"/>
            <ac:graphicFrameMk id="2" creationId="{00000000-0000-0000-0000-000000000000}"/>
          </ac:graphicFrameMkLst>
        </pc:graphicFrameChg>
      </pc:sldChg>
      <pc:sldChg chg="modSp">
        <pc:chgData name="Guest User" userId="S::urn:spo:tenantanon#fc0bdaaf-292e-45cc-b51f-872867f9c981::" providerId="AD" clId="Web-{2B5D4740-1C20-11D9-71E8-A413BF0D299B}" dt="2026-10-20T15:47:23.632" v="165" actId="1076"/>
        <pc:sldMkLst>
          <pc:docMk/>
          <pc:sldMk cId="0" sldId="267"/>
        </pc:sldMkLst>
        <pc:spChg chg="mod">
          <ac:chgData name="Guest User" userId="S::urn:spo:tenantanon#fc0bdaaf-292e-45cc-b51f-872867f9c981::" providerId="AD" clId="Web-{2B5D4740-1C20-11D9-71E8-A413BF0D299B}" dt="2026-10-20T15:47:23.632" v="165" actId="1076"/>
          <ac:spMkLst>
            <pc:docMk/>
            <pc:sldMk cId="0" sldId="267"/>
            <ac:spMk id="6" creationId="{00000000-0000-0000-0000-000000000000}"/>
          </ac:spMkLst>
        </pc:spChg>
      </pc:sldChg>
      <pc:sldChg chg="modSp">
        <pc:chgData name="Guest User" userId="S::urn:spo:tenantanon#fc0bdaaf-292e-45cc-b51f-872867f9c981::" providerId="AD" clId="Web-{2B5D4740-1C20-11D9-71E8-A413BF0D299B}" dt="2026-10-20T15:38:41.923" v="19" actId="1076"/>
        <pc:sldMkLst>
          <pc:docMk/>
          <pc:sldMk cId="0" sldId="269"/>
        </pc:sldMkLst>
        <pc:spChg chg="mod">
          <ac:chgData name="Guest User" userId="S::urn:spo:tenantanon#fc0bdaaf-292e-45cc-b51f-872867f9c981::" providerId="AD" clId="Web-{2B5D4740-1C20-11D9-71E8-A413BF0D299B}" dt="2026-10-20T15:35:39.477" v="11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38:41.907" v="18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38:41.923" v="19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36:09.572" v="14"/>
          <ac:spMkLst>
            <pc:docMk/>
            <pc:sldMk cId="0" sldId="269"/>
            <ac:spMk id="6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36:12.604" v="15"/>
          <ac:spMkLst>
            <pc:docMk/>
            <pc:sldMk cId="0" sldId="269"/>
            <ac:spMk id="8" creationId="{00000000-0000-0000-0000-000000000000}"/>
          </ac:spMkLst>
        </pc:spChg>
      </pc:sldChg>
      <pc:sldChg chg="addSp delSp modSp">
        <pc:chgData name="Guest User" userId="S::urn:spo:tenantanon#fc0bdaaf-292e-45cc-b51f-872867f9c981::" providerId="AD" clId="Web-{2B5D4740-1C20-11D9-71E8-A413BF0D299B}" dt="2026-10-20T15:37:00.450" v="16" actId="20577"/>
        <pc:sldMkLst>
          <pc:docMk/>
          <pc:sldMk cId="0" sldId="270"/>
        </pc:sldMkLst>
        <pc:spChg chg="mod">
          <ac:chgData name="Guest User" userId="S::urn:spo:tenantanon#fc0bdaaf-292e-45cc-b51f-872867f9c981::" providerId="AD" clId="Web-{2B5D4740-1C20-11D9-71E8-A413BF0D299B}" dt="2026-10-20T15:37:00.450" v="16" actId="20577"/>
          <ac:spMkLst>
            <pc:docMk/>
            <pc:sldMk cId="0" sldId="270"/>
            <ac:spMk id="6" creationId="{00000000-0000-0000-0000-000000000000}"/>
          </ac:spMkLst>
        </pc:spChg>
        <pc:spChg chg="add del">
          <ac:chgData name="Guest User" userId="S::urn:spo:tenantanon#fc0bdaaf-292e-45cc-b51f-872867f9c981::" providerId="AD" clId="Web-{2B5D4740-1C20-11D9-71E8-A413BF0D299B}" dt="2026-10-20T15:34:40.241" v="1"/>
          <ac:spMkLst>
            <pc:docMk/>
            <pc:sldMk cId="0" sldId="270"/>
            <ac:spMk id="9" creationId="{4E85A078-AD84-BADE-02A8-7630F892748B}"/>
          </ac:spMkLst>
        </pc:spChg>
      </pc:sldChg>
      <pc:sldChg chg="modSp">
        <pc:chgData name="Guest User" userId="S::urn:spo:tenantanon#fc0bdaaf-292e-45cc-b51f-872867f9c981::" providerId="AD" clId="Web-{2B5D4740-1C20-11D9-71E8-A413BF0D299B}" dt="2026-10-20T15:37:33.576" v="17"/>
        <pc:sldMkLst>
          <pc:docMk/>
          <pc:sldMk cId="0" sldId="273"/>
        </pc:sldMkLst>
        <pc:spChg chg="mod">
          <ac:chgData name="Guest User" userId="S::urn:spo:tenantanon#fc0bdaaf-292e-45cc-b51f-872867f9c981::" providerId="AD" clId="Web-{2B5D4740-1C20-11D9-71E8-A413BF0D299B}" dt="2026-10-20T15:37:33.576" v="17"/>
          <ac:spMkLst>
            <pc:docMk/>
            <pc:sldMk cId="0" sldId="273"/>
            <ac:spMk id="5" creationId="{00000000-0000-0000-0000-000000000000}"/>
          </ac:spMkLst>
        </pc:spChg>
      </pc:sldChg>
      <pc:sldChg chg="modSp">
        <pc:chgData name="Guest User" userId="S::urn:spo:tenantanon#fc0bdaaf-292e-45cc-b51f-872867f9c981::" providerId="AD" clId="Web-{2B5D4740-1C20-11D9-71E8-A413BF0D299B}" dt="2026-10-20T15:41:33.758" v="42" actId="20577"/>
        <pc:sldMkLst>
          <pc:docMk/>
          <pc:sldMk cId="0" sldId="276"/>
        </pc:sldMkLst>
        <pc:spChg chg="mod">
          <ac:chgData name="Guest User" userId="S::urn:spo:tenantanon#fc0bdaaf-292e-45cc-b51f-872867f9c981::" providerId="AD" clId="Web-{2B5D4740-1C20-11D9-71E8-A413BF0D299B}" dt="2026-10-20T15:39:58.816" v="24"/>
          <ac:spMkLst>
            <pc:docMk/>
            <pc:sldMk cId="0" sldId="276"/>
            <ac:spMk id="2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1:33.758" v="42" actId="20577"/>
          <ac:spMkLst>
            <pc:docMk/>
            <pc:sldMk cId="0" sldId="276"/>
            <ac:spMk id="3" creationId="{00000000-0000-0000-0000-000000000000}"/>
          </ac:spMkLst>
        </pc:spChg>
      </pc:sldChg>
      <pc:sldChg chg="addSp modSp">
        <pc:chgData name="Guest User" userId="S::urn:spo:tenantanon#fc0bdaaf-292e-45cc-b51f-872867f9c981::" providerId="AD" clId="Web-{2B5D4740-1C20-11D9-71E8-A413BF0D299B}" dt="2026-10-20T15:44:21.609" v="48" actId="1076"/>
        <pc:sldMkLst>
          <pc:docMk/>
          <pc:sldMk cId="431075941" sldId="287"/>
        </pc:sldMkLst>
        <pc:spChg chg="add mod">
          <ac:chgData name="Guest User" userId="S::urn:spo:tenantanon#fc0bdaaf-292e-45cc-b51f-872867f9c981::" providerId="AD" clId="Web-{2B5D4740-1C20-11D9-71E8-A413BF0D299B}" dt="2026-10-20T15:44:21.609" v="48" actId="1076"/>
          <ac:spMkLst>
            <pc:docMk/>
            <pc:sldMk cId="431075941" sldId="287"/>
            <ac:spMk id="4" creationId="{AF286990-DB6D-6FE5-D418-3B0F022DA03C}"/>
          </ac:spMkLst>
        </pc:spChg>
      </pc:sldChg>
    </pc:docChg>
  </pc:docChgLst>
  <pc:docChgLst>
    <pc:chgData name="a48566 Nguyễn Tường Vân" userId="S::a48566@thanglong.edu.vn::bc335d91-4d4a-49e7-b0b0-578f837ad187" providerId="AD" clId="Web-{00000000-0000-0000-0000-000000000000}"/>
    <pc:docChg chg="addSld delSld modSld">
      <pc:chgData name="a48566 Nguyễn Tường Vân" userId="S::a48566@thanglong.edu.vn::bc335d91-4d4a-49e7-b0b0-578f837ad187" providerId="AD" clId="Web-{00000000-0000-0000-0000-000000000000}" dt="2026-10-20T16:51:25.390" v="782" actId="20577"/>
      <pc:docMkLst>
        <pc:docMk/>
      </pc:docMkLst>
      <pc:sldChg chg="addSp delSp modSp">
        <pc:chgData name="a48566 Nguyễn Tường Vân" userId="S::a48566@thanglong.edu.vn::bc335d91-4d4a-49e7-b0b0-578f837ad187" providerId="AD" clId="Web-{00000000-0000-0000-0000-000000000000}" dt="2026-10-20T16:18:36.717" v="364" actId="14100"/>
        <pc:sldMkLst>
          <pc:docMk/>
          <pc:sldMk cId="0" sldId="257"/>
        </pc:sldMkLst>
        <pc:spChg chg="mod">
          <ac:chgData name="a48566 Nguyễn Tường Vân" userId="S::a48566@thanglong.edu.vn::bc335d91-4d4a-49e7-b0b0-578f837ad187" providerId="AD" clId="Web-{00000000-0000-0000-0000-000000000000}" dt="2026-10-20T16:18:36.717" v="364" actId="14100"/>
          <ac:spMkLst>
            <pc:docMk/>
            <pc:sldMk cId="0" sldId="257"/>
            <ac:spMk id="2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00:33.074" v="24"/>
          <ac:spMkLst>
            <pc:docMk/>
            <pc:sldMk cId="0" sldId="257"/>
            <ac:spMk id="3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05:20.708" v="79"/>
          <ac:spMkLst>
            <pc:docMk/>
            <pc:sldMk cId="0" sldId="257"/>
            <ac:spMk id="4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00:34.184" v="25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05:19.224" v="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9.884" v="13"/>
          <ac:spMkLst>
            <pc:docMk/>
            <pc:sldMk cId="0" sldId="257"/>
            <ac:spMk id="7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9.525" v="12"/>
          <ac:spMkLst>
            <pc:docMk/>
            <pc:sldMk cId="0" sldId="257"/>
            <ac:spMk id="8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8.368" v="10"/>
          <ac:spMkLst>
            <pc:docMk/>
            <pc:sldMk cId="0" sldId="257"/>
            <ac:spMk id="9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8.915" v="11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4.915" v="8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05:22.865" v="81"/>
          <ac:spMkLst>
            <pc:docMk/>
            <pc:sldMk cId="0" sldId="257"/>
            <ac:spMk id="15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00:34.809" v="26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00:35.668" v="27"/>
          <ac:spMkLst>
            <pc:docMk/>
            <pc:sldMk cId="0" sldId="257"/>
            <ac:spMk id="17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38.634" v="1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5:59:43.134" v="6"/>
          <ac:spMkLst>
            <pc:docMk/>
            <pc:sldMk cId="0" sldId="257"/>
            <ac:spMk id="19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52.150" v="14"/>
          <ac:spMkLst>
            <pc:docMk/>
            <pc:sldMk cId="0" sldId="257"/>
            <ac:spMk id="20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39.837" v="2"/>
          <ac:spMkLst>
            <pc:docMk/>
            <pc:sldMk cId="0" sldId="257"/>
            <ac:spMk id="21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0.431" v="3"/>
          <ac:spMkLst>
            <pc:docMk/>
            <pc:sldMk cId="0" sldId="257"/>
            <ac:spMk id="22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4.290" v="7"/>
          <ac:spMkLst>
            <pc:docMk/>
            <pc:sldMk cId="0" sldId="257"/>
            <ac:spMk id="23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1.040" v="4"/>
          <ac:spMkLst>
            <pc:docMk/>
            <pc:sldMk cId="0" sldId="257"/>
            <ac:spMk id="24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5.493" v="9"/>
          <ac:spMkLst>
            <pc:docMk/>
            <pc:sldMk cId="0" sldId="257"/>
            <ac:spMk id="25" creationId="{00000000-0000-0000-0000-000000000000}"/>
          </ac:spMkLst>
        </pc:spChg>
        <pc:spChg chg="add mod">
          <ac:chgData name="a48566 Nguyễn Tường Vân" userId="S::a48566@thanglong.edu.vn::bc335d91-4d4a-49e7-b0b0-578f837ad187" providerId="AD" clId="Web-{00000000-0000-0000-0000-000000000000}" dt="2026-10-20T16:18:18.389" v="363" actId="20577"/>
          <ac:spMkLst>
            <pc:docMk/>
            <pc:sldMk cId="0" sldId="257"/>
            <ac:spMk id="26" creationId="{579BF9F1-A836-3CDB-A88F-5DE62F4E8220}"/>
          </ac:spMkLst>
        </pc:spChg>
        <pc:spChg chg="add mod">
          <ac:chgData name="a48566 Nguyễn Tường Vân" userId="S::a48566@thanglong.edu.vn::bc335d91-4d4a-49e7-b0b0-578f837ad187" providerId="AD" clId="Web-{00000000-0000-0000-0000-000000000000}" dt="2026-10-20T16:08:48.168" v="139" actId="1076"/>
          <ac:spMkLst>
            <pc:docMk/>
            <pc:sldMk cId="0" sldId="257"/>
            <ac:spMk id="27" creationId="{8CD46859-3E7F-B359-1B09-C2FE67815E65}"/>
          </ac:spMkLst>
        </pc:spChg>
        <pc:spChg chg="add mod ord">
          <ac:chgData name="a48566 Nguyễn Tường Vân" userId="S::a48566@thanglong.edu.vn::bc335d91-4d4a-49e7-b0b0-578f837ad187" providerId="AD" clId="Web-{00000000-0000-0000-0000-000000000000}" dt="2026-10-20T16:08:48.152" v="138" actId="1076"/>
          <ac:spMkLst>
            <pc:docMk/>
            <pc:sldMk cId="0" sldId="257"/>
            <ac:spMk id="29" creationId="{E596D9E4-7F9C-6BEC-9B4D-19815BCCE70F}"/>
          </ac:spMkLst>
        </pc:spChg>
        <pc:spChg chg="add mod">
          <ac:chgData name="a48566 Nguyễn Tường Vân" userId="S::a48566@thanglong.edu.vn::bc335d91-4d4a-49e7-b0b0-578f837ad187" providerId="AD" clId="Web-{00000000-0000-0000-0000-000000000000}" dt="2026-10-20T16:10:40.625" v="148" actId="1076"/>
          <ac:spMkLst>
            <pc:docMk/>
            <pc:sldMk cId="0" sldId="257"/>
            <ac:spMk id="30" creationId="{77642379-0EF4-8BA7-2463-AB43B156C6F4}"/>
          </ac:spMkLst>
        </pc:spChg>
        <pc:grpChg chg="add mod">
          <ac:chgData name="a48566 Nguyễn Tường Vân" userId="S::a48566@thanglong.edu.vn::bc335d91-4d4a-49e7-b0b0-578f837ad187" providerId="AD" clId="Web-{00000000-0000-0000-0000-000000000000}" dt="2026-10-20T16:13:54.412" v="259" actId="1076"/>
          <ac:grpSpMkLst>
            <pc:docMk/>
            <pc:sldMk cId="0" sldId="257"/>
            <ac:grpSpMk id="31" creationId="{C5CD84B4-E9FD-E235-068B-2001753B74D8}"/>
          </ac:grpSpMkLst>
        </pc:grpChg>
        <pc:picChg chg="mod">
          <ac:chgData name="a48566 Nguyễn Tường Vân" userId="S::a48566@thanglong.edu.vn::bc335d91-4d4a-49e7-b0b0-578f837ad187" providerId="AD" clId="Web-{00000000-0000-0000-0000-000000000000}" dt="2026-10-20T16:12:55.566" v="238" actId="1076"/>
          <ac:picMkLst>
            <pc:docMk/>
            <pc:sldMk cId="0" sldId="257"/>
            <ac:picMk id="12" creationId="{00000000-0000-0000-0000-000000000000}"/>
          </ac:picMkLst>
        </pc:picChg>
      </pc:sldChg>
      <pc:sldChg chg="modSp">
        <pc:chgData name="a48566 Nguyễn Tường Vân" userId="S::a48566@thanglong.edu.vn::bc335d91-4d4a-49e7-b0b0-578f837ad187" providerId="AD" clId="Web-{00000000-0000-0000-0000-000000000000}" dt="2026-10-20T16:21:21.019" v="403" actId="20577"/>
        <pc:sldMkLst>
          <pc:docMk/>
          <pc:sldMk cId="0" sldId="258"/>
        </pc:sldMkLst>
        <pc:spChg chg="mod">
          <ac:chgData name="a48566 Nguyễn Tường Vân" userId="S::a48566@thanglong.edu.vn::bc335d91-4d4a-49e7-b0b0-578f837ad187" providerId="AD" clId="Web-{00000000-0000-0000-0000-000000000000}" dt="2026-10-20T16:19:13.031" v="382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16.172" v="383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8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88"/>
          <ac:spMkLst>
            <pc:docMk/>
            <pc:sldMk cId="0" sldId="258"/>
            <ac:spMk id="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89"/>
          <ac:spMkLst>
            <pc:docMk/>
            <pc:sldMk cId="0" sldId="258"/>
            <ac:spMk id="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03.593" v="372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9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1:21.019" v="403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0:13.017" v="398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673" v="39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673" v="39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704" v="39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04.437" v="379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0:27.658" v="401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50.001" v="397"/>
          <ac:spMkLst>
            <pc:docMk/>
            <pc:sldMk cId="0" sldId="258"/>
            <ac:spMk id="25" creationId="{00000000-0000-0000-0000-000000000000}"/>
          </ac:spMkLst>
        </pc:spChg>
      </pc:sldChg>
      <pc:sldChg chg="delSp modSp">
        <pc:chgData name="a48566 Nguyễn Tường Vân" userId="S::a48566@thanglong.edu.vn::bc335d91-4d4a-49e7-b0b0-578f837ad187" providerId="AD" clId="Web-{00000000-0000-0000-0000-000000000000}" dt="2026-10-20T16:27:03.876" v="475" actId="14100"/>
        <pc:sldMkLst>
          <pc:docMk/>
          <pc:sldMk cId="0" sldId="259"/>
        </pc:sldMkLst>
        <pc:spChg chg="mod">
          <ac:chgData name="a48566 Nguyễn Tường Vân" userId="S::a48566@thanglong.edu.vn::bc335d91-4d4a-49e7-b0b0-578f837ad187" providerId="AD" clId="Web-{00000000-0000-0000-0000-000000000000}" dt="2026-10-20T16:22:10.007" v="417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07" v="466"/>
          <ac:spMkLst>
            <pc:docMk/>
            <pc:sldMk cId="0" sldId="259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07" v="467"/>
          <ac:spMkLst>
            <pc:docMk/>
            <pc:sldMk cId="0" sldId="259"/>
            <ac:spMk id="5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21:58.476" v="41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5:03.997" v="446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07" v="46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38" v="469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7:03.876" v="475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38" v="471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70" v="472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70" v="473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8.829" v="474"/>
          <ac:spMkLst>
            <pc:docMk/>
            <pc:sldMk cId="0" sldId="259"/>
            <ac:spMk id="22" creationId="{00000000-0000-0000-0000-000000000000}"/>
          </ac:spMkLst>
        </pc:spChg>
      </pc:sldChg>
      <pc:sldChg chg="addSp modSp modNotes">
        <pc:chgData name="a48566 Nguyễn Tường Vân" userId="S::a48566@thanglong.edu.vn::bc335d91-4d4a-49e7-b0b0-578f837ad187" providerId="AD" clId="Web-{00000000-0000-0000-0000-000000000000}" dt="2026-10-20T16:39:08.289" v="595" actId="14100"/>
        <pc:sldMkLst>
          <pc:docMk/>
          <pc:sldMk cId="0" sldId="260"/>
        </pc:sldMkLst>
        <pc:spChg chg="mod">
          <ac:chgData name="a48566 Nguyễn Tường Vân" userId="S::a48566@thanglong.edu.vn::bc335d91-4d4a-49e7-b0b0-578f837ad187" providerId="AD" clId="Web-{00000000-0000-0000-0000-000000000000}" dt="2026-10-20T16:28:17.253" v="504"/>
          <ac:spMkLst>
            <pc:docMk/>
            <pc:sldMk cId="0" sldId="260"/>
            <ac:spMk id="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8:51.645" v="518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8:35.551" v="513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9:04.664" v="59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9:04.774" v="59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8:53.445" v="583" actId="1076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a48566 Nguyễn Tường Vân" userId="S::a48566@thanglong.edu.vn::bc335d91-4d4a-49e7-b0b0-578f837ad187" providerId="AD" clId="Web-{00000000-0000-0000-0000-000000000000}" dt="2026-10-20T16:39:01.039" v="590" actId="1076"/>
          <ac:spMkLst>
            <pc:docMk/>
            <pc:sldMk cId="0" sldId="260"/>
            <ac:spMk id="8" creationId="{FADD6518-A361-9C27-3366-A8BDBCD2ED26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8:45.332" v="517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9:04.442" v="52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6:55.082" v="579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9:04.867" v="593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9:04.977" v="594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8:53.711" v="586" actId="1076"/>
          <ac:spMkLst>
            <pc:docMk/>
            <pc:sldMk cId="0" sldId="260"/>
            <ac:spMk id="17" creationId="{00000000-0000-0000-0000-000000000000}"/>
          </ac:spMkLst>
        </pc:spChg>
        <pc:picChg chg="add mod">
          <ac:chgData name="a48566 Nguyễn Tường Vân" userId="S::a48566@thanglong.edu.vn::bc335d91-4d4a-49e7-b0b0-578f837ad187" providerId="AD" clId="Web-{00000000-0000-0000-0000-000000000000}" dt="2026-10-20T16:39:08.289" v="595" actId="14100"/>
          <ac:picMkLst>
            <pc:docMk/>
            <pc:sldMk cId="0" sldId="260"/>
            <ac:picMk id="9" creationId="{3E86D7ED-5BBA-899E-F7B6-259A0464ED59}"/>
          </ac:picMkLst>
        </pc:picChg>
      </pc:sldChg>
      <pc:sldChg chg="modSp">
        <pc:chgData name="a48566 Nguyễn Tường Vân" userId="S::a48566@thanglong.edu.vn::bc335d91-4d4a-49e7-b0b0-578f837ad187" providerId="AD" clId="Web-{00000000-0000-0000-0000-000000000000}" dt="2026-10-20T16:42:47.093" v="649"/>
        <pc:sldMkLst>
          <pc:docMk/>
          <pc:sldMk cId="0" sldId="261"/>
        </pc:sldMkLst>
        <pc:spChg chg="mod">
          <ac:chgData name="a48566 Nguyễn Tường Vân" userId="S::a48566@thanglong.edu.vn::bc335d91-4d4a-49e7-b0b0-578f837ad187" providerId="AD" clId="Web-{00000000-0000-0000-0000-000000000000}" dt="2026-10-20T16:40:43.292" v="614"/>
          <ac:spMkLst>
            <pc:docMk/>
            <pc:sldMk cId="0" sldId="261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292" v="615"/>
          <ac:spMkLst>
            <pc:docMk/>
            <pc:sldMk cId="0" sldId="261"/>
            <ac:spMk id="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292" v="61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2:47.093" v="649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292" v="61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1:02.543" v="62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402" v="619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1:13.871" v="62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496" v="621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5.074" v="622"/>
          <ac:spMkLst>
            <pc:docMk/>
            <pc:sldMk cId="0" sldId="261"/>
            <ac:spMk id="24" creationId="{00000000-0000-0000-0000-000000000000}"/>
          </ac:spMkLst>
        </pc:spChg>
      </pc:sldChg>
      <pc:sldChg chg="modSp">
        <pc:chgData name="a48566 Nguyễn Tường Vân" userId="S::a48566@thanglong.edu.vn::bc335d91-4d4a-49e7-b0b0-578f837ad187" providerId="AD" clId="Web-{00000000-0000-0000-0000-000000000000}" dt="2026-10-20T16:46:27.522" v="722" actId="20577"/>
        <pc:sldMkLst>
          <pc:docMk/>
          <pc:sldMk cId="0" sldId="262"/>
        </pc:sldMkLst>
        <pc:spChg chg="mod">
          <ac:chgData name="a48566 Nguyễn Tường Vân" userId="S::a48566@thanglong.edu.vn::bc335d91-4d4a-49e7-b0b0-578f837ad187" providerId="AD" clId="Web-{00000000-0000-0000-0000-000000000000}" dt="2026-10-20T16:46:27.522" v="722" actId="20577"/>
          <ac:spMkLst>
            <pc:docMk/>
            <pc:sldMk cId="0" sldId="262"/>
            <ac:spMk id="17" creationId="{00000000-0000-0000-0000-000000000000}"/>
          </ac:spMkLst>
        </pc:spChg>
      </pc:sldChg>
      <pc:sldChg chg="modSp">
        <pc:chgData name="a48566 Nguyễn Tường Vân" userId="S::a48566@thanglong.edu.vn::bc335d91-4d4a-49e7-b0b0-578f837ad187" providerId="AD" clId="Web-{00000000-0000-0000-0000-000000000000}" dt="2026-10-20T16:44:56.550" v="715" actId="1076"/>
        <pc:sldMkLst>
          <pc:docMk/>
          <pc:sldMk cId="0" sldId="263"/>
        </pc:sldMkLst>
        <pc:spChg chg="mod">
          <ac:chgData name="a48566 Nguyễn Tường Vân" userId="S::a48566@thanglong.edu.vn::bc335d91-4d4a-49e7-b0b0-578f837ad187" providerId="AD" clId="Web-{00000000-0000-0000-0000-000000000000}" dt="2026-10-20T16:44:46.394" v="702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0.519" v="703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5.863" v="704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5.925" v="705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5.988" v="706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050" v="707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3:32.423" v="689"/>
          <ac:spMkLst>
            <pc:docMk/>
            <pc:sldMk cId="0" sldId="263"/>
            <ac:spMk id="8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113" v="708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175" v="709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41.065" v="701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238" v="710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300" v="711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363" v="712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425" v="713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3:32.407" v="682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488" v="714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550" v="715" actId="1076"/>
          <ac:spMkLst>
            <pc:docMk/>
            <pc:sldMk cId="0" sldId="263"/>
            <ac:spMk id="21" creationId="{00000000-0000-0000-0000-000000000000}"/>
          </ac:spMkLst>
        </pc:spChg>
      </pc:sldChg>
      <pc:sldChg chg="delSp modSp">
        <pc:chgData name="a48566 Nguyễn Tường Vân" userId="S::a48566@thanglong.edu.vn::bc335d91-4d4a-49e7-b0b0-578f837ad187" providerId="AD" clId="Web-{00000000-0000-0000-0000-000000000000}" dt="2026-10-20T16:51:25.390" v="782" actId="20577"/>
        <pc:sldMkLst>
          <pc:docMk/>
          <pc:sldMk cId="0" sldId="264"/>
        </pc:sldMkLst>
        <pc:spChg chg="mod">
          <ac:chgData name="a48566 Nguyễn Tường Vân" userId="S::a48566@thanglong.edu.vn::bc335d91-4d4a-49e7-b0b0-578f837ad187" providerId="AD" clId="Web-{00000000-0000-0000-0000-000000000000}" dt="2026-10-20T16:48:07.337" v="770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50:45.061" v="772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50:49.561" v="774"/>
          <ac:spMkLst>
            <pc:docMk/>
            <pc:sldMk cId="0" sldId="264"/>
            <ac:spMk id="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51:25.390" v="782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8:07.337" v="76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8:07.337" v="766"/>
          <ac:spMkLst>
            <pc:docMk/>
            <pc:sldMk cId="0" sldId="264"/>
            <ac:spMk id="15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50:49.561" v="773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50:52.014" v="775"/>
          <ac:spMkLst>
            <pc:docMk/>
            <pc:sldMk cId="0" sldId="264"/>
            <ac:spMk id="20" creationId="{00000000-0000-0000-0000-000000000000}"/>
          </ac:spMkLst>
        </pc:spChg>
      </pc:sldChg>
      <pc:sldChg chg="del">
        <pc:chgData name="a48566 Nguyễn Tường Vân" userId="S::a48566@thanglong.edu.vn::bc335d91-4d4a-49e7-b0b0-578f837ad187" providerId="AD" clId="Web-{00000000-0000-0000-0000-000000000000}" dt="2026-10-20T16:49:52.075" v="771"/>
        <pc:sldMkLst>
          <pc:docMk/>
          <pc:sldMk cId="0" sldId="265"/>
        </pc:sldMkLst>
      </pc:sldChg>
      <pc:sldChg chg="delSp modSp add replId">
        <pc:chgData name="a48566 Nguyễn Tường Vân" userId="S::a48566@thanglong.edu.vn::bc335d91-4d4a-49e7-b0b0-578f837ad187" providerId="AD" clId="Web-{00000000-0000-0000-0000-000000000000}" dt="2026-10-20T16:26:25.828" v="456"/>
        <pc:sldMkLst>
          <pc:docMk/>
          <pc:sldMk cId="1254542576" sldId="288"/>
        </pc:sldMkLst>
        <pc:spChg chg="del">
          <ac:chgData name="a48566 Nguyễn Tường Vân" userId="S::a48566@thanglong.edu.vn::bc335d91-4d4a-49e7-b0b0-578f837ad187" providerId="AD" clId="Web-{00000000-0000-0000-0000-000000000000}" dt="2026-10-20T16:15:51.884" v="308"/>
          <ac:spMkLst>
            <pc:docMk/>
            <pc:sldMk cId="1254542576" sldId="288"/>
            <ac:spMk id="2" creationId="{25E31ECE-457A-471A-EEEF-F105F6C16166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7:16.574" v="345" actId="1076"/>
          <ac:spMkLst>
            <pc:docMk/>
            <pc:sldMk cId="1254542576" sldId="288"/>
            <ac:spMk id="3" creationId="{C60B3D35-AD46-1518-5DE7-EA8BB04EEEC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5"/>
          <ac:spMkLst>
            <pc:docMk/>
            <pc:sldMk cId="1254542576" sldId="288"/>
            <ac:spMk id="4" creationId="{CE61E260-B867-A23E-CB89-D993BB151475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7:16.606" v="346" actId="1076"/>
          <ac:spMkLst>
            <pc:docMk/>
            <pc:sldMk cId="1254542576" sldId="288"/>
            <ac:spMk id="5" creationId="{DA969BCF-8B24-DFD9-26B4-5FA875CADCA1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4"/>
          <ac:spMkLst>
            <pc:docMk/>
            <pc:sldMk cId="1254542576" sldId="288"/>
            <ac:spMk id="6" creationId="{9A5A5471-34CD-E19E-A75E-B910DE3C96DC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3"/>
          <ac:spMkLst>
            <pc:docMk/>
            <pc:sldMk cId="1254542576" sldId="288"/>
            <ac:spMk id="7" creationId="{BA131CC9-5F49-CFEB-A9FC-B35C876A341D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2"/>
          <ac:spMkLst>
            <pc:docMk/>
            <pc:sldMk cId="1254542576" sldId="288"/>
            <ac:spMk id="8" creationId="{2CFC6A35-36EE-DA47-F7FB-1B65C4300DB8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1"/>
          <ac:spMkLst>
            <pc:docMk/>
            <pc:sldMk cId="1254542576" sldId="288"/>
            <ac:spMk id="9" creationId="{A49F498F-D36F-6188-26FA-6A46B5ED1B7B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0"/>
          <ac:spMkLst>
            <pc:docMk/>
            <pc:sldMk cId="1254542576" sldId="288"/>
            <ac:spMk id="10" creationId="{EDF409C8-3C8A-43E0-DE34-475006AE12D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9"/>
          <ac:spMkLst>
            <pc:docMk/>
            <pc:sldMk cId="1254542576" sldId="288"/>
            <ac:spMk id="11" creationId="{75BC6B6F-05C3-511C-AA36-A940D3696C93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7"/>
          <ac:spMkLst>
            <pc:docMk/>
            <pc:sldMk cId="1254542576" sldId="288"/>
            <ac:spMk id="15" creationId="{57E4F01F-3393-B90A-7288-6FDF479D962E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17:07.590" v="344"/>
          <ac:spMkLst>
            <pc:docMk/>
            <pc:sldMk cId="1254542576" sldId="288"/>
            <ac:spMk id="16" creationId="{DE7A0800-F08D-2C87-9483-E4E0EF5A9E9B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25.828" v="456"/>
          <ac:spMkLst>
            <pc:docMk/>
            <pc:sldMk cId="1254542576" sldId="288"/>
            <ac:spMk id="17" creationId="{86287AB8-60D0-42A4-0AB6-DF94891D31A6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6"/>
          <ac:spMkLst>
            <pc:docMk/>
            <pc:sldMk cId="1254542576" sldId="288"/>
            <ac:spMk id="18" creationId="{51DFEBD5-EEEC-127B-E4AA-4B24ADF20456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5"/>
          <ac:spMkLst>
            <pc:docMk/>
            <pc:sldMk cId="1254542576" sldId="288"/>
            <ac:spMk id="19" creationId="{6DC8FC64-6FE5-CB2E-41F5-EFF681CB9BE4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4"/>
          <ac:spMkLst>
            <pc:docMk/>
            <pc:sldMk cId="1254542576" sldId="288"/>
            <ac:spMk id="20" creationId="{D60E18CC-71D4-D56E-B297-6ED5EAC04CE7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3"/>
          <ac:spMkLst>
            <pc:docMk/>
            <pc:sldMk cId="1254542576" sldId="288"/>
            <ac:spMk id="21" creationId="{C28BCF4B-66A1-9C50-17AD-2B502B35C68E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2"/>
          <ac:spMkLst>
            <pc:docMk/>
            <pc:sldMk cId="1254542576" sldId="288"/>
            <ac:spMk id="22" creationId="{F06C36C7-9373-F64C-96D1-ED9A423884C9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1"/>
          <ac:spMkLst>
            <pc:docMk/>
            <pc:sldMk cId="1254542576" sldId="288"/>
            <ac:spMk id="23" creationId="{559A26FC-AFAE-B518-33A8-965A2CA460C2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0"/>
          <ac:spMkLst>
            <pc:docMk/>
            <pc:sldMk cId="1254542576" sldId="288"/>
            <ac:spMk id="24" creationId="{307D25FF-CD99-7DDA-CA00-9D7B9DFBC2CD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09"/>
          <ac:spMkLst>
            <pc:docMk/>
            <pc:sldMk cId="1254542576" sldId="288"/>
            <ac:spMk id="25" creationId="{1BEF4A39-18E9-8E24-4735-7B405FFEE2C7}"/>
          </ac:spMkLst>
        </pc:spChg>
        <pc:picChg chg="del">
          <ac:chgData name="a48566 Nguyễn Tường Vân" userId="S::a48566@thanglong.edu.vn::bc335d91-4d4a-49e7-b0b0-578f837ad187" providerId="AD" clId="Web-{00000000-0000-0000-0000-000000000000}" dt="2026-10-20T16:15:54.134" v="318"/>
          <ac:picMkLst>
            <pc:docMk/>
            <pc:sldMk cId="1254542576" sldId="288"/>
            <ac:picMk id="12" creationId="{E0CB0B91-D0C6-7AF4-DA83-343047E021C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4CCF5-A3C9-42F6-960D-6705534C804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BCEAC-E8A5-4BF4-A00C-009371C4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8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Mở đầu bằng phạm vi của bài: dùng Selenium để điền, kiểm tra trạng thái và gửi biểu mẫu.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Đi từ thao tác cơ bản nhất là nhập nội dung, qua dropdown, rồi kết thúc bằng việc gửi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Giải thích theo thứ tự: tìm SELECT, lấy các OPTION, sau đó duyệt từng option để đọc value và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Nhấn mạnh lợi ích của Select: API gom sẵn các thao tác thường dùng, giúp mã kiểm thử rõ ràng và ít lặp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sánh ba API trên cùng một mặt phẳng. Visible text ưu tiên khả năng đọc; value phù hợp khi thuộc tính ổn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Trước khi thay đổi trạng thái, đọc lựa chọn hiện tại. Hai thuộc tính tách rõ phần đang chọn và toàn bộ lựa chọn có sẵn.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Deselect all phù hợp với SELECT nhiều lựa chọn. Nó đưa bài kiểm thử về một trạng thái đầu vào xác định trước khi chọn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Phân biệt hai cách gửi: click trực tiếp vào nút submit, hoặc gọi submit trên một phần tử nằm trong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Kết thúc bằng quy trình năm bước: xác định phần tử, chọn giá trị, kiểm tra và làm sạch trạng thái, gửi form, rồi xác nhận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1CE8-723F-BFDA-2696-E2425092E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8A4BB-4338-D0F5-47CB-D77A8665A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2BE34-94A0-69E1-4E5E-CE1B92A1D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Mở đầu bằng phạm vi của bài: dùng Selenium để điền, kiểm tra trạng thái và gửi biểu mẫu.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17164-4BA2-F3E7-0B9D-AF22F66D7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78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0412-E4F2-BCDE-35AE-D14A7C53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C9195-C369-EDBD-870A-D47BF5216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95A88-2410-11B3-FE31-33119F069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Mở đầu bằng phạm vi của bài: dùng Selenium để điền, kiểm tra trạng thái và gửi biểu mẫu.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2F31F-B5DC-4EA9-5424-5E18160156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22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Property </a:t>
            </a:r>
            <a:r>
              <a:rPr lang="en-US" err="1"/>
              <a:t>phản</a:t>
            </a:r>
            <a:r>
              <a:rPr lang="en-US"/>
              <a:t> </a:t>
            </a:r>
            <a:r>
              <a:rPr lang="en-US" err="1"/>
              <a:t>ánh</a:t>
            </a:r>
            <a:r>
              <a:rPr lang="en-US"/>
              <a:t> </a:t>
            </a:r>
            <a:r>
              <a:rPr lang="en-US" err="1"/>
              <a:t>trạng</a:t>
            </a:r>
            <a:r>
              <a:rPr lang="en-US"/>
              <a:t> </a:t>
            </a:r>
            <a:r>
              <a:rPr lang="en-US" err="1"/>
              <a:t>thái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.</a:t>
            </a:r>
          </a:p>
          <a:p>
            <a:r>
              <a:rPr lang="en-US"/>
              <a:t>Attribute </a:t>
            </a:r>
            <a:r>
              <a:rPr lang="en-US" err="1"/>
              <a:t>phản</a:t>
            </a:r>
            <a:r>
              <a:rPr lang="en-US"/>
              <a:t> </a:t>
            </a:r>
            <a:r>
              <a:rPr lang="en-US" err="1"/>
              <a:t>ánh</a:t>
            </a:r>
            <a:r>
              <a:rPr lang="en-US"/>
              <a:t> </a:t>
            </a:r>
            <a:r>
              <a:rPr lang="en-US" err="1"/>
              <a:t>dữ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 ban </a:t>
            </a:r>
            <a:r>
              <a:rPr lang="en-US" err="1"/>
              <a:t>đầu</a:t>
            </a:r>
            <a:r>
              <a:rPr lang="en-US"/>
              <a:t>.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BCEAC-E8A5-4BF4-A00C-009371C43F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65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6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422427"/>
            <a:ext cx="76200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422427"/>
            <a:ext cx="7620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19500" y="4698652"/>
            <a:ext cx="29337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19500" y="4698652"/>
            <a:ext cx="9525" cy="400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2216497"/>
            <a:ext cx="10543494" cy="1777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900" b="1" err="1">
                <a:solidFill>
                  <a:srgbClr val="FFFFFF"/>
                </a:solidFill>
                <a:latin typeface="Space Grotesk"/>
                <a:cs typeface="Space Grotesk"/>
              </a:rPr>
              <a:t>Tự</a:t>
            </a:r>
            <a:r>
              <a:rPr lang="en-US" sz="3900" b="1">
                <a:solidFill>
                  <a:srgbClr val="FFFFFF"/>
                </a:solidFill>
                <a:latin typeface="Space Grotesk"/>
                <a:cs typeface="Space Grotesk"/>
              </a:rPr>
              <a:t> </a:t>
            </a:r>
            <a:r>
              <a:rPr lang="en-US" sz="3900" b="1" err="1">
                <a:solidFill>
                  <a:srgbClr val="FFFFFF"/>
                </a:solidFill>
                <a:latin typeface="Space Grotesk"/>
                <a:cs typeface="Space Grotesk"/>
              </a:rPr>
              <a:t>động</a:t>
            </a:r>
            <a:r>
              <a:rPr lang="en-US" sz="3900" b="1">
                <a:solidFill>
                  <a:srgbClr val="FFFFFF"/>
                </a:solidFill>
                <a:latin typeface="Space Grotesk"/>
                <a:cs typeface="Space Grotesk"/>
              </a:rPr>
              <a:t> </a:t>
            </a:r>
            <a:r>
              <a:rPr lang="en-US" sz="3900" b="1" err="1">
                <a:solidFill>
                  <a:srgbClr val="FFFFFF"/>
                </a:solidFill>
                <a:latin typeface="Space Grotesk"/>
                <a:cs typeface="Space Grotesk"/>
              </a:rPr>
              <a:t>hóa</a:t>
            </a:r>
            <a:r>
              <a:rPr lang="en-US" sz="3900" b="1">
                <a:solidFill>
                  <a:srgbClr val="FFFFFF"/>
                </a:solidFill>
                <a:latin typeface="Space Grotesk"/>
                <a:cs typeface="Space Grotesk"/>
              </a:rPr>
              <a:t> Biểu </a:t>
            </a:r>
            <a:r>
              <a:rPr lang="en-US" sz="3900" b="1" err="1">
                <a:solidFill>
                  <a:srgbClr val="FFFFFF"/>
                </a:solidFill>
                <a:latin typeface="Space Grotesk"/>
                <a:cs typeface="Space Grotesk"/>
              </a:rPr>
              <a:t>mẫu</a:t>
            </a:r>
            <a:r>
              <a:rPr lang="en-US" sz="3900" b="1">
                <a:solidFill>
                  <a:srgbClr val="FFFFFF"/>
                </a:solidFill>
                <a:latin typeface="Space Grotesk"/>
                <a:cs typeface="Space Grotesk"/>
              </a:rPr>
              <a:t> (Forms), </a:t>
            </a:r>
            <a:r>
              <a:rPr lang="en-US" sz="3900" b="1" err="1">
                <a:solidFill>
                  <a:srgbClr val="FFFFFF"/>
                </a:solidFill>
                <a:latin typeface="Space Grotesk"/>
                <a:cs typeface="Space Grotesk"/>
              </a:rPr>
              <a:t>Chiến</a:t>
            </a:r>
            <a:r>
              <a:rPr lang="en-US" sz="3900" b="1">
                <a:solidFill>
                  <a:srgbClr val="FFFFFF"/>
                </a:solidFill>
                <a:latin typeface="Space Grotesk"/>
                <a:cs typeface="Space Grotesk"/>
              </a:rPr>
              <a:t> </a:t>
            </a:r>
            <a:r>
              <a:rPr lang="en-US" sz="3900" b="1" err="1">
                <a:solidFill>
                  <a:srgbClr val="FFFFFF"/>
                </a:solidFill>
                <a:latin typeface="Space Grotesk"/>
                <a:cs typeface="Space Grotesk"/>
              </a:rPr>
              <a:t>lược</a:t>
            </a:r>
            <a:r>
              <a:rPr lang="en-US" sz="3900" b="1">
                <a:solidFill>
                  <a:srgbClr val="FFFFFF"/>
                </a:solidFill>
                <a:latin typeface="Space Grotesk"/>
                <a:cs typeface="Space Grotesk"/>
              </a:rPr>
              <a:t> Định </a:t>
            </a:r>
            <a:r>
              <a:rPr lang="en-US" sz="3900" b="1" err="1">
                <a:solidFill>
                  <a:srgbClr val="FFFFFF"/>
                </a:solidFill>
                <a:latin typeface="Space Grotesk"/>
                <a:cs typeface="Space Grotesk"/>
              </a:rPr>
              <a:t>vị</a:t>
            </a:r>
            <a:r>
              <a:rPr lang="en-US" sz="3900" b="1">
                <a:solidFill>
                  <a:srgbClr val="FFFFFF"/>
                </a:solidFill>
                <a:latin typeface="Space Grotesk"/>
                <a:cs typeface="Space Grotesk"/>
              </a:rPr>
              <a:t> (Locators) &amp; Quản </a:t>
            </a:r>
            <a:r>
              <a:rPr lang="en-US" sz="3900" b="1" err="1">
                <a:solidFill>
                  <a:srgbClr val="FFFFFF"/>
                </a:solidFill>
                <a:latin typeface="Space Grotesk"/>
                <a:cs typeface="Space Grotesk"/>
              </a:rPr>
              <a:t>lý</a:t>
            </a:r>
            <a:r>
              <a:rPr lang="en-US" sz="3900" b="1">
                <a:solidFill>
                  <a:srgbClr val="FFFFFF"/>
                </a:solidFill>
                <a:latin typeface="Space Grotesk"/>
                <a:cs typeface="Space Grotesk"/>
              </a:rPr>
              <a:t> </a:t>
            </a:r>
            <a:r>
              <a:rPr lang="en-US" sz="3900" b="1" i="0" err="1">
                <a:solidFill>
                  <a:srgbClr val="FFFFFF"/>
                </a:solidFill>
                <a:latin typeface="Space Grotesk"/>
                <a:cs typeface="Space Grotesk"/>
              </a:rPr>
              <a:t>WebElement</a:t>
            </a:r>
            <a:endParaRPr lang="vi-VN" err="1"/>
          </a:p>
          <a:p>
            <a:pPr algn="l">
              <a:lnSpc>
                <a:spcPts val="4484"/>
              </a:lnSpc>
            </a:pPr>
            <a:endParaRPr sz="3900" b="1" i="0" u="none">
              <a:solidFill>
                <a:srgbClr val="FFFFFF"/>
              </a:solidFill>
              <a:latin typeface="Space Grotesk"/>
              <a:cs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546127"/>
            <a:ext cx="7905750" cy="267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vi-VN" sz="1500">
                <a:solidFill>
                  <a:srgbClr val="8B949E"/>
                </a:solidFill>
                <a:latin typeface="Inter"/>
                <a:ea typeface="Inter"/>
              </a:rPr>
              <a:t>Nhóm 04</a:t>
            </a:r>
            <a:endParaRPr lang="vi-VN" sz="1500" b="0" i="0" u="none">
              <a:solidFill>
                <a:srgbClr val="8B949E"/>
              </a:solidFill>
              <a:latin typeface="Inter"/>
              <a:ea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4698652"/>
            <a:ext cx="3381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B949E"/>
                </a:solidFill>
                <a:latin typeface="Inter"/>
              </a:rPr>
              <a:t>Đối tượng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898677"/>
            <a:ext cx="3381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0F6FC"/>
                </a:solidFill>
                <a:latin typeface="Inter"/>
              </a:rPr>
              <a:t>BaseWebElement &amp; WebElement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3825" y="4698652"/>
            <a:ext cx="3274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B949E"/>
                </a:solidFill>
                <a:latin typeface="Inter"/>
              </a:rPr>
              <a:t>Ngôn ngữ &amp; Thư viện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3825" y="4898677"/>
            <a:ext cx="3274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0F6FC"/>
                </a:solidFill>
                <a:latin typeface="Inter"/>
              </a:rPr>
              <a:t>Python 3 + selenium.webdriver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598"/>
            <a:ext cx="32003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>
                <a:solidFill>
                  <a:srgbClr val="5B6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SELENIUM · PYTHON</a:t>
            </a:r>
            <a:endParaRPr lang="en-US" sz="1700"/>
          </a:p>
        </p:txBody>
      </p:sp>
      <p:sp>
        <p:nvSpPr>
          <p:cNvPr id="3" name="Text 1"/>
          <p:cNvSpPr/>
          <p:nvPr/>
        </p:nvSpPr>
        <p:spPr>
          <a:xfrm>
            <a:off x="4114697" y="2406650"/>
            <a:ext cx="76198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000" kern="100" spc="-90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Điền biểu mẫu</a:t>
            </a:r>
            <a:endParaRPr lang="en-US" sz="6000"/>
          </a:p>
          <a:p>
            <a:pPr marL="0" indent="0" algn="l">
              <a:lnSpc>
                <a:spcPct val="88000"/>
              </a:lnSpc>
              <a:buNone/>
            </a:pPr>
            <a:r>
              <a:rPr lang="en-US" sz="6000" kern="100" spc="-90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với Selenium</a:t>
            </a:r>
            <a:endParaRPr lang="en-US" sz="6000"/>
          </a:p>
        </p:txBody>
      </p:sp>
      <p:sp>
        <p:nvSpPr>
          <p:cNvPr id="4" name="Text 2"/>
          <p:cNvSpPr/>
          <p:nvPr/>
        </p:nvSpPr>
        <p:spPr>
          <a:xfrm>
            <a:off x="4114697" y="4181475"/>
            <a:ext cx="761980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Từ trường nhập đến các phần tử tương tác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3651159" y="0"/>
            <a:ext cx="12700" cy="6858000"/>
          </a:xfrm>
          <a:prstGeom prst="rect">
            <a:avLst/>
          </a:prstGeom>
          <a:solidFill>
            <a:srgbClr val="CBD3D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6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Từ trường nhập đến các phần tử tương tác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189" y="112008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</a:pP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Selenium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là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một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công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cụ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giúp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máy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tính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tự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động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thao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tác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trên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trình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duyệt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web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giống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như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một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người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dùng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cs typeface="Segoe UI"/>
              </a:rPr>
              <a:t>thật</a:t>
            </a:r>
            <a:r>
              <a:rPr lang="en-US" sz="1700">
                <a:solidFill>
                  <a:srgbClr val="1F2937"/>
                </a:solidFill>
                <a:latin typeface="Fira Sans"/>
                <a:cs typeface="Segoe UI"/>
              </a:rPr>
              <a:t>.</a:t>
            </a:r>
            <a:endParaRPr lang="en-US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Selenium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không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chỉ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nhập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văn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bản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: ta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còn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có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thể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bật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/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tắt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trạng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thái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chọn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OPTION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và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gửi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biểu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mẫu</a:t>
            </a:r>
            <a:r>
              <a:rPr lang="en-US" sz="17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.</a:t>
            </a:r>
            <a:endParaRPr lang="en-US" sz="1700">
              <a:latin typeface="Fira Sans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46751" y="2210015"/>
            <a:ext cx="11277318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>
                <a:solidFill>
                  <a:srgbClr val="7030A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Textarea và text field</a:t>
            </a:r>
            <a:endParaRPr lang="en-US" sz="1950">
              <a:solidFill>
                <a:srgbClr val="7030A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46751" y="2715555"/>
            <a:ext cx="1127731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Nhập nội dung.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457189" y="3622159"/>
            <a:ext cx="11277318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>
                <a:solidFill>
                  <a:srgbClr val="7030A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Dropdown SELECT</a:t>
            </a:r>
            <a:endParaRPr lang="en-US" sz="1950">
              <a:solidFill>
                <a:srgbClr val="7030A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189" y="4127698"/>
            <a:ext cx="1127731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Chọn một hoặc nhiều giá trị.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457189" y="5357892"/>
            <a:ext cx="11277318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>
                <a:solidFill>
                  <a:srgbClr val="7030A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Submit</a:t>
            </a:r>
            <a:endParaRPr lang="en-US" sz="1950">
              <a:solidFill>
                <a:srgbClr val="7030A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189" y="5863431"/>
            <a:ext cx="1127731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Gửi dữ liệu qua nút hoặc phần tử trong form.</a:t>
            </a:r>
            <a:endParaRPr lang="en-US" sz="1700"/>
          </a:p>
        </p:txBody>
      </p:sp>
      <p:sp>
        <p:nvSpPr>
          <p:cNvPr id="10" name="Shape 8"/>
          <p:cNvSpPr/>
          <p:nvPr/>
        </p:nvSpPr>
        <p:spPr>
          <a:xfrm>
            <a:off x="457189" y="3151584"/>
            <a:ext cx="11277318" cy="12700"/>
          </a:xfrm>
          <a:prstGeom prst="rect">
            <a:avLst/>
          </a:prstGeom>
          <a:solidFill>
            <a:srgbClr val="CBD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189" y="4887317"/>
            <a:ext cx="11277318" cy="12700"/>
          </a:xfrm>
          <a:prstGeom prst="rect">
            <a:avLst/>
          </a:prstGeom>
          <a:solidFill>
            <a:srgbClr val="CBD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527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25">
                <a:solidFill>
                  <a:srgbClr val="B94A0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DUYỆT OPTION</a:t>
            </a:r>
            <a:endParaRPr lang="en-US" sz="1250"/>
          </a:p>
        </p:txBody>
      </p:sp>
      <p:sp>
        <p:nvSpPr>
          <p:cNvPr id="3" name="Text 1"/>
          <p:cNvSpPr/>
          <p:nvPr/>
        </p:nvSpPr>
        <p:spPr>
          <a:xfrm>
            <a:off x="457189" y="7587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Cách duyệt qua từng OPTION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189" y="141218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Tìm SELECT theo XPath, lấy toàn bộ OPTION rồi in value và click lần lượt.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457189" y="2941638"/>
            <a:ext cx="11277318" cy="2232025"/>
          </a:xfrm>
          <a:prstGeom prst="rect">
            <a:avLst/>
          </a:prstGeom>
          <a:solidFill>
            <a:srgbClr val="2B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189" y="2951956"/>
            <a:ext cx="11277318" cy="441325"/>
          </a:xfrm>
          <a:prstGeom prst="rect">
            <a:avLst/>
          </a:prstGeom>
          <a:noFill/>
          <a:ln/>
        </p:spPr>
        <p:txBody>
          <a:bodyPr wrap="square" lIns="253994" tIns="126997" rIns="253994" bIns="1015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100" spc="25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select_options.py</a:t>
            </a:r>
            <a:endParaRPr lang="en-US" sz="1250" b="1">
              <a:latin typeface="Noto Sans"/>
              <a:ea typeface="Noto Sans"/>
              <a:cs typeface="Noto San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1182" y="3425825"/>
            <a:ext cx="10769331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= driver.find_element(By.XPATH, "//select[@name='name']")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all_options = element.find_elements(By.TAG_NAME, "option")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option in all_options: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print(option.get_attribute("value"))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option.click()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6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Dùng lớp Select để thao tác hiệu quả hơn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189" y="112008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Lớp hỗ trợ Select gom các thao tác dropdown vào API rõ ràng, dễ đọc và ít mã lặp.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457189" y="1650901"/>
            <a:ext cx="6131367" cy="4749899"/>
          </a:xfrm>
          <a:prstGeom prst="rect">
            <a:avLst/>
          </a:prstGeom>
          <a:solidFill>
            <a:srgbClr val="2B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189" y="3377307"/>
            <a:ext cx="6131367" cy="441325"/>
          </a:xfrm>
          <a:prstGeom prst="rect">
            <a:avLst/>
          </a:prstGeom>
          <a:noFill/>
          <a:ln/>
        </p:spPr>
        <p:txBody>
          <a:bodyPr wrap="square" lIns="253994" tIns="126997" rIns="253994" bIns="1015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25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select_api.py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711182" y="3851176"/>
            <a:ext cx="56233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selenium.webdriver.support.ui import Select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= Select(driver.find_element(By.NAME, "name"))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045645" y="3508970"/>
            <a:ext cx="4688862" cy="1033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Chọn theo vị trí</a:t>
            </a:r>
            <a:endParaRPr lang="en-US" sz="170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Chọn theo nhãn hiển thị</a:t>
            </a:r>
            <a:endParaRPr lang="en-US" sz="170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Chọn theo value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372611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Ba cách chọn một tùy chọn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189" y="3026073"/>
            <a:ext cx="11277318" cy="1033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700" b="1">
                <a:solidFill>
                  <a:srgbClr val="1F2937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Theo index:</a:t>
            </a: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550">
                <a:solidFill>
                  <a:srgbClr val="1F2937"/>
                </a:solidFill>
                <a:highlight>
                  <a:srgbClr val="F3F5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select.select_by_index(index)</a:t>
            </a:r>
            <a:endParaRPr lang="en-US" sz="170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b="1">
                <a:solidFill>
                  <a:srgbClr val="1F2937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Theo văn bản:</a:t>
            </a: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550">
                <a:solidFill>
                  <a:srgbClr val="1F2937"/>
                </a:solidFill>
                <a:highlight>
                  <a:srgbClr val="F3F5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select.select_by_visible_text("text")</a:t>
            </a:r>
            <a:endParaRPr lang="en-US" sz="170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b="1">
                <a:solidFill>
                  <a:srgbClr val="1F2937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Theo value:</a:t>
            </a: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1550">
                <a:solidFill>
                  <a:srgbClr val="1F2937"/>
                </a:solidFill>
                <a:highlight>
                  <a:srgbClr val="F3F5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select.select_by_value(value)</a:t>
            </a:r>
            <a:endParaRPr lang="en-US" sz="1700"/>
          </a:p>
        </p:txBody>
      </p:sp>
      <p:sp>
        <p:nvSpPr>
          <p:cNvPr id="4" name="Text 2"/>
          <p:cNvSpPr/>
          <p:nvPr/>
        </p:nvSpPr>
        <p:spPr>
          <a:xfrm>
            <a:off x="457189" y="4293890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>
                <a:solidFill>
                  <a:srgbClr val="5B657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Ưu tiên visible text khi muốn mã kiểm thử dễ đọc; dùng value khi thuộc tính này ổn định.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6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Đọc và đặt các lựa chọn mặc định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189" y="112008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Select hỗ trợ kiểm tra trạng thái hiện tại trước khi thay đổi.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457189" y="1650901"/>
            <a:ext cx="6311742" cy="4749899"/>
          </a:xfrm>
          <a:prstGeom prst="rect">
            <a:avLst/>
          </a:prstGeom>
          <a:solidFill>
            <a:srgbClr val="2B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189" y="3072507"/>
            <a:ext cx="6311742" cy="441325"/>
          </a:xfrm>
          <a:prstGeom prst="rect">
            <a:avLst/>
          </a:prstGeom>
          <a:noFill/>
          <a:ln/>
        </p:spPr>
        <p:txBody>
          <a:bodyPr wrap="square" lIns="253994" tIns="126997" rIns="253994" bIns="1015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100" spc="25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selected_options.py</a:t>
            </a:r>
            <a:endParaRPr lang="en-US" sz="1250" b="1"/>
          </a:p>
        </p:txBody>
      </p:sp>
      <p:sp>
        <p:nvSpPr>
          <p:cNvPr id="6" name="Text 4"/>
          <p:cNvSpPr/>
          <p:nvPr/>
        </p:nvSpPr>
        <p:spPr>
          <a:xfrm>
            <a:off x="711182" y="3546376"/>
            <a:ext cx="580375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= Select(driver.find_element(By.XPATH, "//select[@name='name']"))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all_selected_options = select.all_selected_options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 = select.options</a:t>
            </a:r>
            <a:endParaRPr lang="en-US" sz="16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7226119" y="2917825"/>
          <a:ext cx="4508387" cy="2215897"/>
        </p:xfrm>
        <a:graphic>
          <a:graphicData uri="http://schemas.openxmlformats.org/drawingml/2006/table">
            <a:tbl>
              <a:tblPr/>
              <a:tblGrid>
                <a:gridCol w="2225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1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5B6577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API</a:t>
                      </a:r>
                      <a:endParaRPr lang="en-US" sz="170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3F5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5B6577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Ý nghĩa</a:t>
                      </a:r>
                      <a:endParaRPr lang="en-US" sz="170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3F5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5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5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all_selected_options</a:t>
                      </a:r>
                      <a:endParaRPr lang="en-US" sz="15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Danh sách OPTION đang được chọn</a:t>
                      </a:r>
                      <a:endParaRPr lang="en-US" sz="170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3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options</a:t>
                      </a:r>
                      <a:endParaRPr lang="en-US" sz="15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1F2937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Toàn bộ OPTION có sẵn</a:t>
                      </a:r>
                      <a:endParaRPr lang="en-US" sz="170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6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5276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25">
                <a:solidFill>
                  <a:srgbClr val="B94A0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LÀM SẠCH TRẠNG THÁI</a:t>
            </a:r>
            <a:endParaRPr lang="en-US" sz="1250"/>
          </a:p>
        </p:txBody>
      </p:sp>
      <p:sp>
        <p:nvSpPr>
          <p:cNvPr id="3" name="Text 1"/>
          <p:cNvSpPr/>
          <p:nvPr/>
        </p:nvSpPr>
        <p:spPr>
          <a:xfrm>
            <a:off x="457189" y="7587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Deselect khi cần làm sạch trạng thái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189" y="141218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Với SELECT cho phép chọn nhiều giá trị, có thể bỏ chọn toàn bộ trước khi chọn lại.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457189" y="3247727"/>
            <a:ext cx="11277318" cy="1317625"/>
          </a:xfrm>
          <a:prstGeom prst="rect">
            <a:avLst/>
          </a:prstGeom>
          <a:solidFill>
            <a:srgbClr val="2B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189" y="3258046"/>
            <a:ext cx="11277318" cy="441325"/>
          </a:xfrm>
          <a:prstGeom prst="rect">
            <a:avLst/>
          </a:prstGeom>
          <a:noFill/>
          <a:ln/>
        </p:spPr>
        <p:txBody>
          <a:bodyPr wrap="square" lIns="253994" tIns="126997" rIns="253994" bIns="1015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25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reset_selection.py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711182" y="3731915"/>
            <a:ext cx="1076933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= Select(driver.find_element(By.ID, "id"))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E5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select.deselect_all()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457189" y="6098679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Thao tác này giúp bài kiểm thử bắt đầu từ trạng thái xác định.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6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Gửi biểu mẫu sau khi điền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189" y="112008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Cách trực tiếp là tìm nút submit và click.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457189" y="1650901"/>
            <a:ext cx="11277318" cy="1317625"/>
          </a:xfrm>
          <a:prstGeom prst="rect">
            <a:avLst/>
          </a:prstGeom>
          <a:solidFill>
            <a:srgbClr val="2B35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189" y="1661219"/>
            <a:ext cx="11277318" cy="441325"/>
          </a:xfrm>
          <a:prstGeom prst="rect">
            <a:avLst/>
          </a:prstGeom>
          <a:noFill/>
          <a:ln/>
        </p:spPr>
        <p:txBody>
          <a:bodyPr wrap="square" lIns="253994" tIns="126997" rIns="253994" bIns="1015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25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submit_form.py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711182" y="2135088"/>
            <a:ext cx="1076933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94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Nút có ID "submit"</a:t>
            </a:r>
            <a:endParaRPr lang="en-US" sz="160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>
                <a:solidFill>
                  <a:srgbClr val="94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driver.find_element(By.ID, "submit").click()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457189" y="3146326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Ngoài ra, gọi </a:t>
            </a:r>
            <a:r>
              <a:rPr lang="en-US" sz="1550">
                <a:solidFill>
                  <a:srgbClr val="1F2937"/>
                </a:solidFill>
                <a:highlight>
                  <a:srgbClr val="F3F5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submit()</a:t>
            </a:r>
            <a:r>
              <a:rPr lang="en-US" sz="17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trên một phần tử bên trong form để Selenium tìm form bao quanh và gửi đi.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6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kern="100" spc="-28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Quy trình kiểm thử đề xuất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655518" y="1464546"/>
            <a:ext cx="10546633" cy="2892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5440" indent="-345440" algn="l">
              <a:lnSpc>
                <a:spcPct val="170000"/>
              </a:lnSpc>
              <a:buSzPct val="100000"/>
              <a:buFont typeface="+mj-lt"/>
              <a:buAutoNum type="arabicPeriod"/>
            </a:pPr>
            <a:r>
              <a:rPr lang="en-US" sz="2400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Tìm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đúng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phần</a:t>
            </a:r>
            <a:r>
              <a:rPr lang="en-US" sz="2400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tử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bằng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ID, NAME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hoặc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XPath</a:t>
            </a:r>
            <a:endParaRPr lang="en-US" sz="2400">
              <a:latin typeface="Fira Sans"/>
              <a:ea typeface="Calibri"/>
              <a:cs typeface="Calibri"/>
            </a:endParaRPr>
          </a:p>
          <a:p>
            <a:pPr marL="345440" indent="-345440" algn="l">
              <a:lnSpc>
                <a:spcPct val="170000"/>
              </a:lnSpc>
              <a:buSzPct val="100000"/>
              <a:buFont typeface="+mj-lt"/>
              <a:buAutoNum type="arabicPeriod" startAt="2"/>
            </a:pP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Chọn</a:t>
            </a:r>
            <a:r>
              <a:rPr lang="en-US" sz="2400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giá</a:t>
            </a:r>
            <a:r>
              <a:rPr lang="en-US" sz="2400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trị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bằng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Select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thay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vì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click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thủ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công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từng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OPTION</a:t>
            </a:r>
            <a:endParaRPr lang="en-US" sz="2400">
              <a:latin typeface="Fira Sans"/>
            </a:endParaRPr>
          </a:p>
          <a:p>
            <a:pPr marL="345440" indent="-345440" algn="l">
              <a:lnSpc>
                <a:spcPct val="170000"/>
              </a:lnSpc>
              <a:buSzPct val="100000"/>
              <a:buFont typeface="+mj-lt"/>
              <a:buAutoNum type="arabicPeriod" startAt="3"/>
            </a:pP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Kiểm</a:t>
            </a:r>
            <a:r>
              <a:rPr lang="en-US" sz="2400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tra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lựa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chọn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hiện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tại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và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làm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sạch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nếu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cần</a:t>
            </a:r>
            <a:endParaRPr lang="en-US" sz="2400" err="1">
              <a:latin typeface="Fira Sans"/>
            </a:endParaRPr>
          </a:p>
          <a:p>
            <a:pPr marL="345440" indent="-345440" algn="l">
              <a:lnSpc>
                <a:spcPct val="170000"/>
              </a:lnSpc>
              <a:buSzPct val="100000"/>
              <a:buFont typeface="+mj-lt"/>
              <a:buAutoNum type="arabicPeriod" startAt="4"/>
            </a:pP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Gửi</a:t>
            </a:r>
            <a:r>
              <a:rPr lang="en-US" sz="2400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 form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bằng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click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hoặc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submit()</a:t>
            </a:r>
            <a:endParaRPr lang="en-US" sz="2400">
              <a:latin typeface="Fira Sans"/>
            </a:endParaRPr>
          </a:p>
          <a:p>
            <a:pPr marL="345440" indent="-345440" algn="l">
              <a:lnSpc>
                <a:spcPct val="170000"/>
              </a:lnSpc>
              <a:buSzPct val="100000"/>
              <a:buFont typeface="+mj-lt"/>
              <a:buAutoNum type="arabicPeriod" startAt="5"/>
            </a:pPr>
            <a:r>
              <a:rPr lang="en-US" sz="2400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Xác </a:t>
            </a:r>
            <a:r>
              <a:rPr lang="en-US" sz="2400" err="1">
                <a:solidFill>
                  <a:srgbClr val="1F2937"/>
                </a:solidFill>
                <a:highlight>
                  <a:srgbClr val="FFFF00"/>
                </a:highlight>
                <a:latin typeface="Fira Sans"/>
                <a:ea typeface="Fira Sans" pitchFamily="34" charset="-122"/>
                <a:cs typeface="Fira Sans" pitchFamily="34" charset="-120"/>
              </a:rPr>
              <a:t>nhận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kết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quả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sau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khi</a:t>
            </a:r>
            <a:r>
              <a:rPr lang="en-US" sz="2400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 </a:t>
            </a:r>
            <a:r>
              <a:rPr lang="en-US" sz="2400" err="1">
                <a:solidFill>
                  <a:srgbClr val="1F2937"/>
                </a:solidFill>
                <a:latin typeface="Fira Sans"/>
                <a:ea typeface="Fira Sans" pitchFamily="34" charset="-122"/>
                <a:cs typeface="Fira Sans" pitchFamily="34" charset="-120"/>
              </a:rPr>
              <a:t>gửi</a:t>
            </a:r>
            <a:endParaRPr lang="en-US" sz="2400" err="1">
              <a:latin typeface="Fira Sa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9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19949-AEA6-EF78-1432-2D07AB62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7374A3-5204-6EB3-3F46-DBC996217271}"/>
              </a:ext>
            </a:extLst>
          </p:cNvPr>
          <p:cNvSpPr/>
          <p:nvPr/>
        </p:nvSpPr>
        <p:spPr>
          <a:xfrm>
            <a:off x="457189" y="462598"/>
            <a:ext cx="32003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>
                <a:solidFill>
                  <a:srgbClr val="5B6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SELENIUM · PYTHON</a:t>
            </a:r>
            <a:endParaRPr lang="en-US" sz="17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187CF8-2DC1-8AB0-3EF4-FE176341A019}"/>
              </a:ext>
            </a:extLst>
          </p:cNvPr>
          <p:cNvSpPr/>
          <p:nvPr/>
        </p:nvSpPr>
        <p:spPr>
          <a:xfrm>
            <a:off x="4350554" y="2960007"/>
            <a:ext cx="76198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88000"/>
              </a:lnSpc>
            </a:pP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Định </a:t>
            </a:r>
            <a:r>
              <a:rPr lang="en-US" sz="6000" kern="100" spc="-90" err="1">
                <a:solidFill>
                  <a:srgbClr val="1F2937"/>
                </a:solidFill>
                <a:latin typeface="Fira Sans SemiBold"/>
              </a:rPr>
              <a:t>vị</a:t>
            </a: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 </a:t>
            </a:r>
            <a:r>
              <a:rPr lang="en-US" sz="6000" kern="100" spc="-90" err="1">
                <a:solidFill>
                  <a:srgbClr val="1F2937"/>
                </a:solidFill>
                <a:latin typeface="Fira Sans SemiBold"/>
              </a:rPr>
              <a:t>phần</a:t>
            </a: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 </a:t>
            </a:r>
            <a:r>
              <a:rPr lang="en-US" sz="6000" kern="100" spc="-90" err="1">
                <a:solidFill>
                  <a:srgbClr val="1F2937"/>
                </a:solidFill>
                <a:latin typeface="Fira Sans SemiBold"/>
              </a:rPr>
              <a:t>tử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A4BAD9-C139-DC57-466D-D0BD727910C0}"/>
              </a:ext>
            </a:extLst>
          </p:cNvPr>
          <p:cNvSpPr/>
          <p:nvPr/>
        </p:nvSpPr>
        <p:spPr>
          <a:xfrm>
            <a:off x="3651159" y="0"/>
            <a:ext cx="12700" cy="6858000"/>
          </a:xfrm>
          <a:prstGeom prst="rect">
            <a:avLst/>
          </a:prstGeom>
          <a:solidFill>
            <a:srgbClr val="CBD3DE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06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Be Vietnam Pro"/>
              </a:rPr>
              <a:t>ĐỘ PHỦ KIỂM THỬ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Be Vietnam Pro"/>
              </a:rPr>
              <a:t>Hiệu </a:t>
            </a:r>
            <a:r>
              <a:rPr sz="2550" b="1" i="0" u="none" err="1">
                <a:solidFill>
                  <a:srgbClr val="0F172A"/>
                </a:solidFill>
                <a:latin typeface="Be Vietnam Pro"/>
              </a:rPr>
              <a:t>Quả</a:t>
            </a:r>
            <a:r>
              <a:rPr sz="2550" b="1" i="0" u="none">
                <a:solidFill>
                  <a:srgbClr val="0F172A"/>
                </a:solidFill>
                <a:latin typeface="Be Vietnam Pro"/>
              </a:rPr>
              <a:t> Trong </a:t>
            </a:r>
            <a:r>
              <a:rPr sz="2550" b="1" i="0" u="none" err="1">
                <a:solidFill>
                  <a:srgbClr val="0F172A"/>
                </a:solidFill>
                <a:latin typeface="Be Vietnam Pro"/>
              </a:rPr>
              <a:t>Thực</a:t>
            </a:r>
            <a:r>
              <a:rPr sz="2550" b="1" i="0" u="none">
                <a:solidFill>
                  <a:srgbClr val="0F172A"/>
                </a:solidFill>
                <a:latin typeface="Be Vietnam Pro"/>
              </a:rPr>
              <a:t> </a:t>
            </a:r>
            <a:r>
              <a:rPr sz="2550" b="1" i="0" u="none" err="1">
                <a:solidFill>
                  <a:srgbClr val="0F172A"/>
                </a:solidFill>
                <a:latin typeface="Be Vietnam Pro"/>
              </a:rPr>
              <a:t>Tế</a:t>
            </a:r>
            <a:endParaRPr sz="2550" b="1" i="0" u="none">
              <a:solidFill>
                <a:srgbClr val="0F172A"/>
              </a:solidFill>
              <a:latin typeface="Be Vietnam Pr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24200" y="2905125"/>
            <a:ext cx="7429500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0284C7"/>
                </a:solidFill>
                <a:latin typeface="Be Vietnam Pro"/>
              </a:rPr>
              <a:t>3 </a:t>
            </a:r>
            <a:r>
              <a:rPr sz="9000" b="1" i="0" u="none" err="1">
                <a:solidFill>
                  <a:srgbClr val="0284C7"/>
                </a:solidFill>
                <a:latin typeface="Be Vietnam Pro"/>
              </a:rPr>
              <a:t>Bộ</a:t>
            </a:r>
            <a:r>
              <a:rPr sz="9000" b="1" i="0" u="none">
                <a:solidFill>
                  <a:srgbClr val="0284C7"/>
                </a:solidFill>
                <a:latin typeface="Be Vietnam Pro"/>
              </a:rPr>
              <a:t> </a:t>
            </a:r>
            <a:r>
              <a:rPr sz="9000" b="1" i="0" u="none" err="1">
                <a:solidFill>
                  <a:srgbClr val="0284C7"/>
                </a:solidFill>
                <a:latin typeface="Be Vietnam Pro"/>
              </a:rPr>
              <a:t>Chọn</a:t>
            </a:r>
            <a:endParaRPr sz="9000" b="1" i="0" u="none">
              <a:solidFill>
                <a:srgbClr val="0284C7"/>
              </a:solidFill>
              <a:latin typeface="Be Vietnam Pr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29112" y="4276725"/>
            <a:ext cx="44172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Be Vietnam Pro"/>
              </a:rPr>
              <a:t>By ID • By Name • By CSS Selector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410075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409825"/>
            <a:ext cx="1150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Be Vietnam Pro"/>
              </a:rPr>
              <a:t>PHƯƠNG PHÁP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52725"/>
            <a:ext cx="1150620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0F172A"/>
                </a:solidFill>
                <a:latin typeface="Be Vietnam Pro"/>
              </a:rPr>
              <a:t>Định </a:t>
            </a:r>
            <a:r>
              <a:rPr sz="3900" b="1" i="0" u="none" err="1">
                <a:solidFill>
                  <a:srgbClr val="0F172A"/>
                </a:solidFill>
                <a:latin typeface="Be Vietnam Pro"/>
              </a:rPr>
              <a:t>Vị</a:t>
            </a:r>
            <a:r>
              <a:rPr sz="3900" b="1" i="0" u="none">
                <a:solidFill>
                  <a:srgbClr val="0F172A"/>
                </a:solidFill>
                <a:latin typeface="Be Vietnam Pro"/>
              </a:rPr>
              <a:t> </a:t>
            </a:r>
            <a:r>
              <a:rPr sz="3900" b="1" i="0" u="none" err="1">
                <a:solidFill>
                  <a:srgbClr val="0F172A"/>
                </a:solidFill>
                <a:latin typeface="Be Vietnam Pro"/>
              </a:rPr>
              <a:t>Bằng</a:t>
            </a:r>
            <a:r>
              <a:rPr sz="3900" b="1" i="0" u="none">
                <a:solidFill>
                  <a:srgbClr val="0F172A"/>
                </a:solidFill>
                <a:latin typeface="Be Vietnam Pro"/>
              </a:rPr>
              <a:t> By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71875"/>
            <a:ext cx="6572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Be Vietnam Pro"/>
              </a:rPr>
              <a:t>Phương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pháp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ưu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tiên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số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một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nhờ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tốc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độ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truy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xuất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nhanh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nhất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trong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cấu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</a:t>
            </a:r>
            <a:r>
              <a:rPr sz="1650" b="0" i="0" u="none" err="1">
                <a:solidFill>
                  <a:srgbClr val="475569"/>
                </a:solidFill>
                <a:latin typeface="Be Vietnam Pro"/>
              </a:rPr>
              <a:t>trúc</a:t>
            </a:r>
            <a:r>
              <a:rPr sz="1650" b="0" i="0" u="none">
                <a:solidFill>
                  <a:srgbClr val="475569"/>
                </a:solidFill>
                <a:latin typeface="Be Vietnam Pro"/>
              </a:rPr>
              <a:t> DOM.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94250" y="2500312"/>
            <a:ext cx="6388149" cy="2743200"/>
          </a:xfrm>
          <a:prstGeom prst="roundRect">
            <a:avLst>
              <a:gd name="adj" fmla="val 41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Be Vietnam Pro"/>
              </a:rPr>
              <a:t>TRANG /LOGIN • THUỘC TÍNH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Be Vietnam Pro"/>
              </a:rPr>
              <a:t>Thực Hành By ID Tại Trang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9050" y="2805112"/>
            <a:ext cx="66929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// 1. Cấu trúc HTML trên trang 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9050" y="3586162"/>
            <a:ext cx="66929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A580C"/>
                </a:solidFill>
                <a:latin typeface="JetBrains Mono"/>
              </a:rPr>
              <a:t>// 2. Lệnh định vị Selenium WebDriver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9050" y="3890962"/>
            <a:ext cx="5873799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8FAFC"/>
                </a:solidFill>
                <a:latin typeface="JetBrains Mono"/>
              </a:rPr>
              <a:t>WebElement user = driver.findElement(By.id("username"));</a:t>
            </a:r>
            <a:r>
              <a:t>
</a:t>
            </a:r>
            <a:r>
              <a:rPr sz="1275" b="0" i="0" u="none">
                <a:solidFill>
                  <a:srgbClr val="F8FAFC"/>
                </a:solidFill>
                <a:latin typeface="JetBrains Mono"/>
              </a:rPr>
              <a:t> user.sendKeys("tomsmith");</a:t>
            </a:r>
            <a:r>
              <a:t>
</a:t>
            </a:r>
            <a:r>
              <a:rPr sz="1275" b="0" i="0" u="none">
                <a:solidFill>
                  <a:srgbClr val="F8FAFC"/>
                </a:solidFill>
                <a:latin typeface="JetBrains Mono"/>
              </a:rPr>
              <a:t> WebElement pass = driver.findElement(By.id("password"));</a:t>
            </a:r>
            <a:r>
              <a:t>
</a:t>
            </a:r>
            <a:r>
              <a:rPr sz="1275" b="0" i="0" u="none">
                <a:solidFill>
                  <a:srgbClr val="F8FAFC"/>
                </a:solidFill>
                <a:latin typeface="JetBrains Mono"/>
              </a:rPr>
              <a:t> pass.sendKeys("SuperSecretPassword!");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76512"/>
            <a:ext cx="42227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Nguyên lý:</a:t>
            </a:r>
            <a:r>
              <a:rPr sz="1500" b="0" i="0" u="none">
                <a:solidFill>
                  <a:srgbClr val="0F172A"/>
                </a:solidFill>
                <a:latin typeface="Be Vietnam Pro"/>
              </a:rPr>
              <a:t> Dựa vào thuộc tính định danh duy nhất.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81362"/>
            <a:ext cx="42227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Hiệu năng:</a:t>
            </a:r>
            <a:r>
              <a:rPr sz="1500" b="0" i="0" u="none">
                <a:solidFill>
                  <a:srgbClr val="0F172A"/>
                </a:solidFill>
                <a:latin typeface="Be Vietnam Pro"/>
              </a:rPr>
              <a:t> Tốc độ tìm kiếm nhanh nhất trình duyệt.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986212"/>
            <a:ext cx="42227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Độ ổn định:</a:t>
            </a:r>
            <a:r>
              <a:rPr sz="1500" b="0" i="0" u="none">
                <a:solidFill>
                  <a:srgbClr val="0F172A"/>
                </a:solidFill>
                <a:latin typeface="Be Vietnam Pro"/>
              </a:rPr>
              <a:t> Ít bị ảnh hưởng bởi thay đổi giao diện.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91062"/>
            <a:ext cx="42227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Ứng dụng:</a:t>
            </a:r>
            <a:r>
              <a:rPr sz="1500" b="0" i="0" u="none">
                <a:solidFill>
                  <a:srgbClr val="0F172A"/>
                </a:solidFill>
                <a:latin typeface="Be Vietnam Pro"/>
              </a:rPr>
              <a:t> Tìm ô nhập tài khoản trên trang Login.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410075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409825"/>
            <a:ext cx="1150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Be Vietnam Pro"/>
              </a:rPr>
              <a:t>PHƯƠNG PHÁP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52725"/>
            <a:ext cx="1150620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0F172A"/>
                </a:solidFill>
                <a:latin typeface="Be Vietnam Pro"/>
              </a:rPr>
              <a:t>Định Vị Bằng By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71875"/>
            <a:ext cx="6572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Be Vietnam Pro"/>
              </a:rPr>
              <a:t>Lựa chọn chuyên dụng cho các trường nhập liệu bên trong biểu mẫu gửi dữ liệu.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76712"/>
            <a:ext cx="10972800" cy="1162050"/>
          </a:xfrm>
          <a:prstGeom prst="roundRect">
            <a:avLst>
              <a:gd name="adj" fmla="val 983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05062"/>
            <a:ext cx="327020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60825" y="2514600"/>
            <a:ext cx="3270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12050" y="2405062"/>
            <a:ext cx="327020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00" y="3024187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525" y="3024187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Be Vietnam Pro"/>
              </a:rPr>
              <a:t>TRANG /FORGOT_PASSWORD &amp; 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Be Vietnam Pro"/>
              </a:rPr>
              <a:t>Quy Trình Định Vị By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43412"/>
            <a:ext cx="10458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8FAFC"/>
                </a:solidFill>
                <a:latin typeface="JetBrains Mono"/>
              </a:rPr>
              <a:t>// Định vị ô username và email bằng thuộc tính name</a:t>
            </a:r>
            <a:r>
              <a:t>
</a:t>
            </a:r>
            <a:r>
              <a:rPr sz="1275" b="0" i="0" u="none">
                <a:solidFill>
                  <a:srgbClr val="F8FAFC"/>
                </a:solidFill>
                <a:latin typeface="JetBrains Mono"/>
              </a:rPr>
              <a:t> driver.findElement(By.name("username")).sendKeys("tomsmith");</a:t>
            </a:r>
            <a:r>
              <a:t>
</a:t>
            </a:r>
            <a:r>
              <a:rPr sz="1275" b="0" i="0" u="none">
                <a:solidFill>
                  <a:srgbClr val="F8FAFC"/>
                </a:solidFill>
                <a:latin typeface="JetBrains Mono"/>
              </a:rPr>
              <a:t> driver.findElement(By.name("email")).sendKeys("qa@example.com");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633662"/>
            <a:ext cx="3516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Be Vietnam Pro"/>
              </a:rPr>
              <a:t>BƯỚC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890837"/>
            <a:ext cx="369206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Quét Biểu Mẫu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205162"/>
            <a:ext cx="2908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Be Vietnam Pro"/>
              </a:rPr>
              <a:t>Tìm thuộc tính name trong thẻ 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9425" y="2743200"/>
            <a:ext cx="3516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Be Vietnam Pro"/>
              </a:rPr>
              <a:t>BƯỚC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9425" y="3000375"/>
            <a:ext cx="369206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Khớp Phần Tử Đầu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9425" y="3314700"/>
            <a:ext cx="3516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Be Vietnam Pro"/>
              </a:rPr>
              <a:t>Trả về phần tử đầu tiên khớp tên.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650" y="2633662"/>
            <a:ext cx="3516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Be Vietnam Pro"/>
              </a:rPr>
              <a:t>BƯỚC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650" y="2890837"/>
            <a:ext cx="36513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Truyền Dữ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650" y="3205162"/>
            <a:ext cx="2908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Be Vietnam Pro"/>
              </a:rPr>
              <a:t>Thực thi lệnh sendKeys vào ô nhập.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410075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409825"/>
            <a:ext cx="11506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Be Vietnam Pro"/>
              </a:rPr>
              <a:t>PHƯƠNG PHÁP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52725"/>
            <a:ext cx="1150620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0F172A"/>
                </a:solidFill>
                <a:latin typeface="Be Vietnam Pro"/>
              </a:rPr>
              <a:t>Định Vị Bằng CSS Selector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71875"/>
            <a:ext cx="6572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Be Vietnam Pro"/>
              </a:rPr>
              <a:t>Giải pháp linh hoạt cho các nút bấm hoặc phần tử không có ID hay Name riêng biệt.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2287"/>
            <a:ext cx="2571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062287"/>
            <a:ext cx="2571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062287"/>
            <a:ext cx="2571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062287"/>
            <a:ext cx="2571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Be Vietnam Pro"/>
              </a:rPr>
              <a:t>KỸ THUẬT VIẾT BỘ CHỌN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Be Vietnam Pro"/>
              </a:rPr>
              <a:t>Bốn Cú Pháp CSS Trọng Tâm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328987"/>
            <a:ext cx="2643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JetBrains Mono"/>
              </a:rPr>
              <a:t>#username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662362"/>
            <a:ext cx="27753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Theo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976687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Be Vietnam Pro"/>
              </a:rPr>
              <a:t>Dấu thăng đại diện thuộc tính 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328987"/>
            <a:ext cx="2643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A580C"/>
                </a:solidFill>
                <a:latin typeface="JetBrains Mono"/>
              </a:rPr>
              <a:t>button.radius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662362"/>
            <a:ext cx="27753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Theo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976687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Be Vietnam Pro"/>
              </a:rPr>
              <a:t>Chọn nút Login qua lớp radius.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328987"/>
            <a:ext cx="2643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JetBrains Mono"/>
              </a:rPr>
              <a:t>[type='submit']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662362"/>
            <a:ext cx="27753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Theo Thuộc Tính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976687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Be Vietnam Pro"/>
              </a:rPr>
              <a:t>Đối chiếu giá trị thuộc tính bất kỳ.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0" y="3328987"/>
            <a:ext cx="2643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JetBrains Mono"/>
              </a:rPr>
              <a:t>#login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662362"/>
            <a:ext cx="277534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Be Vietnam Pro"/>
              </a:rPr>
              <a:t>Theo Phân Cấp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976687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Be Vietnam Pro"/>
              </a:rPr>
              <a:t>Đi từ thẻ cha xuống thẻ con.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Be Vietnam Pro"/>
              </a:rPr>
              <a:t>ĐO LƯỜNG HIỆU NĂNG TRUY VẤN 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Be Vietnam Pro"/>
              </a:rPr>
              <a:t>Đánh Giá Tốc Độ Truy Xuất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452687"/>
          <a:ext cx="10972797" cy="2838450"/>
        </p:xfrm>
        <a:graphic>
          <a:graphicData uri="http://schemas.openxmlformats.org/drawingml/2006/table">
            <a:tbl>
              <a:tblPr/>
              <a:tblGrid>
                <a:gridCol w="180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3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76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Be Vietnam Pro"/>
                        </a:rPr>
                        <a:t>Tiêu Chí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Be Vietnam Pro"/>
                        </a:rPr>
                        <a:t>By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Be Vietnam Pro"/>
                        </a:rPr>
                        <a:t>By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Be Vietnam Pro"/>
                        </a:rPr>
                        <a:t>By CSS Selector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Be Vietnam Pro"/>
                        </a:rPr>
                        <a:t>Ví dụ trên trang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By.id("username")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By.name("password")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EA580C"/>
                          </a:solidFill>
                          <a:latin typeface="JetBrains Mono"/>
                        </a:rPr>
                        <a:t>By.cssSelector("button.radius")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Be Vietnam Pro"/>
                        </a:rPr>
                        <a:t>Tính duy nhất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Duy </a:t>
                      </a:r>
                      <a:r>
                        <a:rPr sz="1350" b="0" i="0" u="none" err="1">
                          <a:solidFill>
                            <a:srgbClr val="475569"/>
                          </a:solidFill>
                          <a:latin typeface="Be Vietnam Pro"/>
                        </a:rPr>
                        <a:t>nhất</a:t>
                      </a:r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 </a:t>
                      </a:r>
                      <a:r>
                        <a:rPr sz="1350" b="0" i="0" u="none" err="1">
                          <a:solidFill>
                            <a:srgbClr val="475569"/>
                          </a:solidFill>
                          <a:latin typeface="Be Vietnam Pro"/>
                        </a:rPr>
                        <a:t>trên</a:t>
                      </a:r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 </a:t>
                      </a:r>
                      <a:r>
                        <a:rPr sz="1350" b="0" i="0" u="none" err="1">
                          <a:solidFill>
                            <a:srgbClr val="475569"/>
                          </a:solidFill>
                          <a:latin typeface="Be Vietnam Pro"/>
                        </a:rPr>
                        <a:t>trang</a:t>
                      </a:r>
                      <a:endParaRPr sz="1350" b="0" i="0" u="none">
                        <a:solidFill>
                          <a:srgbClr val="475569"/>
                        </a:solidFill>
                        <a:latin typeface="Be Vietnam Pr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Có thể trùng lặp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Tùy chỉnh linh hoạt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Be Vietnam Pro"/>
                        </a:rPr>
                        <a:t>Độ linh hoạt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err="1">
                          <a:solidFill>
                            <a:srgbClr val="475569"/>
                          </a:solidFill>
                          <a:latin typeface="Be Vietnam Pro"/>
                        </a:rPr>
                        <a:t>Phụ</a:t>
                      </a:r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 </a:t>
                      </a:r>
                      <a:r>
                        <a:rPr sz="1350" b="0" i="0" u="none" err="1">
                          <a:solidFill>
                            <a:srgbClr val="475569"/>
                          </a:solidFill>
                          <a:latin typeface="Be Vietnam Pro"/>
                        </a:rPr>
                        <a:t>thuộc</a:t>
                      </a:r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 </a:t>
                      </a:r>
                      <a:r>
                        <a:rPr sz="1350" b="0" i="0" u="none" err="1">
                          <a:solidFill>
                            <a:srgbClr val="475569"/>
                          </a:solidFill>
                          <a:latin typeface="Be Vietnam Pro"/>
                        </a:rPr>
                        <a:t>thuộc</a:t>
                      </a:r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 </a:t>
                      </a:r>
                      <a:r>
                        <a:rPr sz="1350" b="0" i="0" u="none" err="1">
                          <a:solidFill>
                            <a:srgbClr val="475569"/>
                          </a:solidFill>
                          <a:latin typeface="Be Vietnam Pro"/>
                        </a:rPr>
                        <a:t>tính</a:t>
                      </a:r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Phụ thuộc thuộc tính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Be Vietnam Pro"/>
                        </a:rPr>
                        <a:t>Kết hợp đa thuộc tính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69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Be Vietnam Pro"/>
                        </a:rPr>
                        <a:t>Thứ tự ưu tiên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err="1">
                          <a:solidFill>
                            <a:srgbClr val="0284C7"/>
                          </a:solidFill>
                          <a:latin typeface="Be Vietnam Pro"/>
                        </a:rPr>
                        <a:t>Ưu</a:t>
                      </a:r>
                      <a:r>
                        <a:rPr sz="1350" b="1" i="0" u="none">
                          <a:solidFill>
                            <a:srgbClr val="0284C7"/>
                          </a:solidFill>
                          <a:latin typeface="Be Vietnam Pro"/>
                        </a:rPr>
                        <a:t> </a:t>
                      </a:r>
                      <a:r>
                        <a:rPr sz="1350" b="1" i="0" u="none" err="1">
                          <a:solidFill>
                            <a:srgbClr val="0284C7"/>
                          </a:solidFill>
                          <a:latin typeface="Be Vietnam Pro"/>
                        </a:rPr>
                        <a:t>tiên</a:t>
                      </a:r>
                      <a:r>
                        <a:rPr sz="1350" b="1" i="0" u="none">
                          <a:solidFill>
                            <a:srgbClr val="0284C7"/>
                          </a:solidFill>
                          <a:latin typeface="Be Vietnam Pro"/>
                        </a:rPr>
                        <a:t> </a:t>
                      </a:r>
                      <a:r>
                        <a:rPr sz="1350" b="1" i="0" u="none" err="1">
                          <a:solidFill>
                            <a:srgbClr val="0284C7"/>
                          </a:solidFill>
                          <a:latin typeface="Be Vietnam Pro"/>
                        </a:rPr>
                        <a:t>số</a:t>
                      </a:r>
                      <a:r>
                        <a:rPr sz="1350" b="1" i="0" u="none">
                          <a:solidFill>
                            <a:srgbClr val="0284C7"/>
                          </a:solidFill>
                          <a:latin typeface="Be Vietnam Pro"/>
                        </a:rPr>
                        <a:t>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Be Vietnam Pro"/>
                        </a:rPr>
                        <a:t>Ưu tiên số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Be Vietnam Pro"/>
                        </a:rPr>
                        <a:t>Khi </a:t>
                      </a:r>
                      <a:r>
                        <a:rPr sz="1350" b="1" i="0" u="none" err="1">
                          <a:solidFill>
                            <a:srgbClr val="EA580C"/>
                          </a:solidFill>
                          <a:latin typeface="Be Vietnam Pro"/>
                        </a:rPr>
                        <a:t>thiếu</a:t>
                      </a:r>
                      <a:r>
                        <a:rPr sz="1350" b="1" i="0" u="none">
                          <a:solidFill>
                            <a:srgbClr val="EA580C"/>
                          </a:solidFill>
                          <a:latin typeface="Be Vietnam Pro"/>
                        </a:rPr>
                        <a:t> ID </a:t>
                      </a:r>
                      <a:r>
                        <a:rPr sz="1350" b="1" i="0" u="none" err="1">
                          <a:solidFill>
                            <a:srgbClr val="EA580C"/>
                          </a:solidFill>
                          <a:latin typeface="Be Vietnam Pro"/>
                        </a:rPr>
                        <a:t>và</a:t>
                      </a:r>
                      <a:r>
                        <a:rPr sz="1350" b="1" i="0" u="none">
                          <a:solidFill>
                            <a:srgbClr val="EA580C"/>
                          </a:solidFill>
                          <a:latin typeface="Be Vietnam Pro"/>
                        </a:rPr>
                        <a:t>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Be Vietnam Pro"/>
              </a:rPr>
              <a:t>TỔNG HỢP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Be Vietnam Pro"/>
              </a:rPr>
              <a:t>Bảng Đối Chiếu Ba Phương Pháp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9C4BC-B5BF-4453-843C-2F3E576A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EFA33A-B943-AB42-EC41-D256844B5182}"/>
              </a:ext>
            </a:extLst>
          </p:cNvPr>
          <p:cNvSpPr/>
          <p:nvPr/>
        </p:nvSpPr>
        <p:spPr>
          <a:xfrm>
            <a:off x="457189" y="462598"/>
            <a:ext cx="32003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>
                <a:solidFill>
                  <a:srgbClr val="5B6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SELENIUM · PYTHON</a:t>
            </a:r>
            <a:endParaRPr lang="en-US" sz="17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0B1D0A-CF60-A79C-6A60-7BAFC3512658}"/>
              </a:ext>
            </a:extLst>
          </p:cNvPr>
          <p:cNvSpPr/>
          <p:nvPr/>
        </p:nvSpPr>
        <p:spPr>
          <a:xfrm>
            <a:off x="4178197" y="2851150"/>
            <a:ext cx="76198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88000"/>
              </a:lnSpc>
            </a:pPr>
            <a:r>
              <a:rPr lang="en-US" sz="6000" kern="100" spc="-90" err="1">
                <a:solidFill>
                  <a:srgbClr val="1F2937"/>
                </a:solidFill>
                <a:latin typeface="Fira Sans SemiBold"/>
              </a:rPr>
              <a:t>Phần</a:t>
            </a: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 </a:t>
            </a:r>
            <a:r>
              <a:rPr lang="en-US" sz="6000" kern="100" spc="-90" err="1">
                <a:solidFill>
                  <a:srgbClr val="1F2937"/>
                </a:solidFill>
                <a:latin typeface="Fira Sans SemiBold"/>
              </a:rPr>
              <a:t>tử</a:t>
            </a: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 web</a:t>
            </a:r>
            <a:br>
              <a:rPr lang="en-US" sz="6000" kern="100" spc="-90">
                <a:solidFill>
                  <a:srgbClr val="1F2937"/>
                </a:solidFill>
                <a:latin typeface="Fira Sans SemiBold"/>
              </a:rPr>
            </a:b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Remote WebDriver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637FF4-9D01-8B74-2F3A-7A37A03E3F60}"/>
              </a:ext>
            </a:extLst>
          </p:cNvPr>
          <p:cNvSpPr/>
          <p:nvPr/>
        </p:nvSpPr>
        <p:spPr>
          <a:xfrm>
            <a:off x="3651159" y="0"/>
            <a:ext cx="12700" cy="6858000"/>
          </a:xfrm>
          <a:prstGeom prst="rect">
            <a:avLst/>
          </a:prstGeom>
          <a:solidFill>
            <a:srgbClr val="CBD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86990-DB6D-6FE5-D418-3B0F022DA03C}"/>
              </a:ext>
            </a:extLst>
          </p:cNvPr>
          <p:cNvSpPr/>
          <p:nvPr/>
        </p:nvSpPr>
        <p:spPr>
          <a:xfrm>
            <a:off x="10492636" y="5946732"/>
            <a:ext cx="1697276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75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8722"/>
            <a:ext cx="10724922" cy="1850756"/>
          </a:xfrm>
          <a:prstGeom prst="roundRect">
            <a:avLst>
              <a:gd name="adj" fmla="val 2238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51134"/>
            <a:ext cx="2190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243496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969DA"/>
                </a:solidFill>
                <a:latin typeface="Inter"/>
              </a:rPr>
              <a:t>KIẾN TRÚC ĐỐI TƯỢNG &amp; NGOẠI LỆ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726480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F2328"/>
                </a:solidFill>
                <a:latin typeface="Space Grotesk"/>
              </a:rPr>
              <a:t>Lớp WebElement &amp; Cơ chế kiểm tra Stale Element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9BF9F1-A836-3CDB-A88F-5DE62F4E8220}"/>
              </a:ext>
            </a:extLst>
          </p:cNvPr>
          <p:cNvSpPr txBox="1"/>
          <p:nvPr/>
        </p:nvSpPr>
        <p:spPr>
          <a:xfrm>
            <a:off x="1156656" y="1535222"/>
            <a:ext cx="10515978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latin typeface="Segoe UI"/>
                <a:cs typeface="Segoe UI"/>
              </a:rPr>
              <a:t>WebElement</a:t>
            </a:r>
            <a:r>
              <a:rPr lang="en-US" sz="2000">
                <a:latin typeface="Segoe UI"/>
                <a:cs typeface="Segoe UI"/>
              </a:rPr>
              <a:t> = </a:t>
            </a:r>
            <a:r>
              <a:rPr lang="en-US" sz="2000" err="1">
                <a:latin typeface="Segoe UI"/>
                <a:cs typeface="Segoe UI"/>
              </a:rPr>
              <a:t>đối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tượng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đại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diện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cho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một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phần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tử</a:t>
            </a:r>
            <a:r>
              <a:rPr lang="en-US" sz="2000">
                <a:latin typeface="Segoe UI"/>
                <a:cs typeface="Segoe UI"/>
              </a:rPr>
              <a:t> HTML. Selenium </a:t>
            </a:r>
            <a:r>
              <a:rPr lang="en-US" sz="2000" err="1">
                <a:latin typeface="Segoe UI"/>
                <a:cs typeface="Segoe UI"/>
              </a:rPr>
              <a:t>lưu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tham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chiếu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tới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phần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tử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trong</a:t>
            </a:r>
            <a:r>
              <a:rPr lang="en-US" sz="2000">
                <a:latin typeface="Segoe UI"/>
                <a:cs typeface="Segoe UI"/>
              </a:rPr>
              <a:t> DOM. </a:t>
            </a:r>
            <a:endParaRPr lang="en-US" sz="2000">
              <a:latin typeface="Segoe UI"/>
              <a:ea typeface="Calibri"/>
              <a:cs typeface="Segoe UI"/>
            </a:endParaRPr>
          </a:p>
          <a:p>
            <a:endParaRPr lang="en-US" sz="2000">
              <a:latin typeface="Segoe UI"/>
              <a:ea typeface="Calibri"/>
              <a:cs typeface="Segoe UI"/>
            </a:endParaRPr>
          </a:p>
          <a:p>
            <a:r>
              <a:rPr lang="en-US" sz="2000" b="1">
                <a:latin typeface="Segoe UI"/>
                <a:ea typeface="Calibri"/>
                <a:cs typeface="Segoe UI"/>
              </a:rPr>
              <a:t>Stale Element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là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gì</a:t>
            </a:r>
            <a:r>
              <a:rPr lang="en-US" sz="2000" b="1">
                <a:latin typeface="Segoe UI"/>
                <a:ea typeface="Calibri"/>
                <a:cs typeface="Segoe UI"/>
              </a:rPr>
              <a:t>?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000">
                <a:latin typeface="Segoe UI"/>
                <a:ea typeface="Calibri"/>
                <a:cs typeface="Segoe UI"/>
              </a:rPr>
              <a:t>"Stale" </a:t>
            </a:r>
            <a:r>
              <a:rPr lang="en-US" sz="2000" err="1">
                <a:latin typeface="Segoe UI"/>
                <a:ea typeface="Calibri"/>
                <a:cs typeface="Segoe UI"/>
              </a:rPr>
              <a:t>nghĩa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là</a:t>
            </a:r>
            <a:r>
              <a:rPr lang="en-US" sz="2000">
                <a:latin typeface="Segoe UI"/>
                <a:ea typeface="Calibri"/>
                <a:cs typeface="Segoe UI"/>
              </a:rPr>
              <a:t> "</a:t>
            </a:r>
            <a:r>
              <a:rPr lang="en-US" sz="2000" err="1">
                <a:latin typeface="Segoe UI"/>
                <a:ea typeface="Calibri"/>
                <a:cs typeface="Segoe UI"/>
              </a:rPr>
              <a:t>đã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cũ</a:t>
            </a:r>
            <a:r>
              <a:rPr lang="en-US" sz="2000">
                <a:latin typeface="Segoe UI"/>
                <a:ea typeface="Calibri"/>
                <a:cs typeface="Segoe UI"/>
              </a:rPr>
              <a:t>", "</a:t>
            </a:r>
            <a:r>
              <a:rPr lang="en-US" sz="2000" err="1">
                <a:latin typeface="Segoe UI"/>
                <a:ea typeface="Calibri"/>
                <a:cs typeface="Segoe UI"/>
              </a:rPr>
              <a:t>không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còn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hợp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lệ</a:t>
            </a:r>
            <a:r>
              <a:rPr lang="en-US" sz="2000">
                <a:latin typeface="Segoe UI"/>
                <a:ea typeface="Calibri"/>
                <a:cs typeface="Segoe UI"/>
              </a:rPr>
              <a:t>".</a:t>
            </a:r>
            <a:endParaRPr lang="en-US" sz="2400">
              <a:ea typeface="Calibri"/>
              <a:cs typeface="Calibri"/>
            </a:endParaRPr>
          </a:p>
          <a:p>
            <a:endParaRPr lang="en-US" sz="2000" b="1">
              <a:latin typeface="Segoe UI"/>
              <a:ea typeface="Calibri"/>
              <a:cs typeface="Segoe UI"/>
            </a:endParaRPr>
          </a:p>
          <a:p>
            <a:r>
              <a:rPr lang="en-US" sz="2000" b="1" err="1">
                <a:latin typeface="Segoe UI"/>
                <a:ea typeface="Calibri"/>
                <a:cs typeface="Segoe UI"/>
              </a:rPr>
              <a:t>Lỗi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xảy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ra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khi</a:t>
            </a:r>
            <a:r>
              <a:rPr lang="en-US" sz="2000" b="1">
                <a:latin typeface="Segoe UI"/>
                <a:ea typeface="Calibri"/>
                <a:cs typeface="Segoe UI"/>
              </a:rPr>
              <a:t>:</a:t>
            </a:r>
            <a:r>
              <a:rPr lang="en-US" sz="2000">
                <a:latin typeface="Segoe UI"/>
                <a:ea typeface="Calibri"/>
                <a:cs typeface="Segoe UI"/>
              </a:rPr>
              <a:t> Selenium </a:t>
            </a:r>
            <a:r>
              <a:rPr lang="en-US" sz="2000" err="1">
                <a:latin typeface="Segoe UI"/>
                <a:ea typeface="Calibri"/>
                <a:cs typeface="Segoe UI"/>
              </a:rPr>
              <a:t>đã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lưu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tham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chiếu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đến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nút</a:t>
            </a:r>
            <a:r>
              <a:rPr lang="en-US" sz="2000">
                <a:latin typeface="Segoe UI"/>
                <a:ea typeface="Calibri"/>
                <a:cs typeface="Segoe UI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err="1">
                <a:latin typeface="Segoe UI"/>
                <a:ea typeface="Calibri"/>
                <a:cs typeface="Segoe UI"/>
              </a:rPr>
              <a:t>Nhưng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sau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đó</a:t>
            </a:r>
            <a:r>
              <a:rPr lang="en-US" sz="2000">
                <a:latin typeface="Segoe UI"/>
                <a:ea typeface="Calibri"/>
                <a:cs typeface="Segoe UI"/>
              </a:rPr>
              <a:t> website </a:t>
            </a:r>
            <a:r>
              <a:rPr lang="en-US" sz="2000" err="1">
                <a:latin typeface="Segoe UI"/>
                <a:ea typeface="Calibri"/>
                <a:cs typeface="Segoe UI"/>
              </a:rPr>
              <a:t>sửa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và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nút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cũ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không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còn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tồn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tại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nữa</a:t>
            </a:r>
            <a:r>
              <a:rPr lang="en-US" sz="2000">
                <a:latin typeface="Segoe UI"/>
                <a:ea typeface="Calibri"/>
                <a:cs typeface="Segoe UI"/>
              </a:rPr>
              <a:t>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err="1">
                <a:latin typeface="Segoe UI"/>
                <a:ea typeface="Calibri"/>
                <a:cs typeface="Segoe UI"/>
              </a:rPr>
              <a:t>Lúc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này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biến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Consolas"/>
                <a:ea typeface="Calibri"/>
                <a:cs typeface="Segoe UI"/>
              </a:rPr>
              <a:t>btn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đang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giữ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một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địa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chỉ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cũ</a:t>
            </a:r>
            <a:r>
              <a:rPr lang="en-US" sz="2000">
                <a:latin typeface="Segoe UI"/>
                <a:ea typeface="Calibri"/>
                <a:cs typeface="Segoe UI"/>
              </a:rPr>
              <a:t>.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latin typeface="Segoe UI"/>
              <a:ea typeface="Calibri"/>
              <a:cs typeface="Segoe UI"/>
            </a:endParaRPr>
          </a:p>
          <a:p>
            <a:r>
              <a:rPr lang="en-US" sz="2000" b="1">
                <a:latin typeface="Segoe UI"/>
                <a:ea typeface="Calibri"/>
                <a:cs typeface="Segoe UI"/>
              </a:rPr>
              <a:t>=&gt;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Phát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sinh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lỗi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không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tìm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thấy</a:t>
            </a:r>
            <a:r>
              <a:rPr lang="en-US" sz="2000" b="1">
                <a:latin typeface="Segoe UI"/>
                <a:ea typeface="Calibri"/>
                <a:cs typeface="Segoe UI"/>
              </a:rPr>
              <a:t> '</a:t>
            </a:r>
            <a:r>
              <a:rPr lang="en-US" sz="2000" b="1" err="1">
                <a:latin typeface="Segoe UI"/>
                <a:ea typeface="Calibri"/>
                <a:cs typeface="Segoe UI"/>
              </a:rPr>
              <a:t>địa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chỉ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cũ</a:t>
            </a:r>
            <a:r>
              <a:rPr lang="en-US" sz="2000" b="1">
                <a:latin typeface="Segoe UI"/>
                <a:ea typeface="Calibri"/>
                <a:cs typeface="Segoe UI"/>
              </a:rPr>
              <a:t>'</a:t>
            </a:r>
          </a:p>
          <a:p>
            <a:r>
              <a:rPr lang="en-US" sz="2000" b="1">
                <a:latin typeface="Segoe UI"/>
                <a:ea typeface="Calibri"/>
                <a:cs typeface="Segoe UI"/>
              </a:rPr>
              <a:t>=&gt;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Cách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xử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lí</a:t>
            </a:r>
            <a:r>
              <a:rPr lang="en-US" sz="2000" b="1">
                <a:latin typeface="Segoe UI"/>
                <a:ea typeface="Calibri"/>
                <a:cs typeface="Segoe UI"/>
              </a:rPr>
              <a:t>: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tìm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lại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phần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tử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trước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khi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thao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tác</a:t>
            </a:r>
            <a:endParaRPr lang="en-US" sz="2000" b="1">
              <a:latin typeface="Segoe UI"/>
              <a:ea typeface="Calibri"/>
              <a:cs typeface="Segoe UI"/>
            </a:endParaRPr>
          </a:p>
          <a:p>
            <a:endParaRPr lang="en-US" sz="2000">
              <a:latin typeface="Segoe UI"/>
              <a:ea typeface="Calibri"/>
              <a:cs typeface="Segoe U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CD84B4-E9FD-E235-068B-2001753B74D8}"/>
              </a:ext>
            </a:extLst>
          </p:cNvPr>
          <p:cNvGrpSpPr/>
          <p:nvPr/>
        </p:nvGrpSpPr>
        <p:grpSpPr>
          <a:xfrm>
            <a:off x="7223596" y="4214246"/>
            <a:ext cx="5459184" cy="1282486"/>
            <a:chOff x="1063020" y="4020518"/>
            <a:chExt cx="6350336" cy="1708689"/>
          </a:xfrm>
        </p:grpSpPr>
        <p:sp>
          <p:nvSpPr>
            <p:cNvPr id="29" name="Rounded Rectangle 2">
              <a:extLst>
                <a:ext uri="{FF2B5EF4-FFF2-40B4-BE49-F238E27FC236}">
                  <a16:creationId xmlns:a16="http://schemas.microsoft.com/office/drawing/2014/main" id="{E596D9E4-7F9C-6BEC-9B4D-19815BCCE70F}"/>
                </a:ext>
              </a:extLst>
            </p:cNvPr>
            <p:cNvSpPr/>
            <p:nvPr/>
          </p:nvSpPr>
          <p:spPr>
            <a:xfrm>
              <a:off x="1063020" y="4020518"/>
              <a:ext cx="5495345" cy="1708689"/>
            </a:xfrm>
            <a:prstGeom prst="roundRect">
              <a:avLst>
                <a:gd name="adj" fmla="val 2238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D46859-3E7F-B359-1B09-C2FE67815E65}"/>
                </a:ext>
              </a:extLst>
            </p:cNvPr>
            <p:cNvSpPr txBox="1"/>
            <p:nvPr/>
          </p:nvSpPr>
          <p:spPr>
            <a:xfrm>
              <a:off x="1317356" y="4875508"/>
              <a:ext cx="60960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err="1">
                  <a:solidFill>
                    <a:schemeClr val="bg1"/>
                  </a:solidFill>
                </a:rPr>
                <a:t>btn</a:t>
              </a:r>
              <a:r>
                <a:rPr lang="en-US">
                  <a:solidFill>
                    <a:schemeClr val="bg1"/>
                  </a:solidFill>
                </a:rPr>
                <a:t> = </a:t>
              </a:r>
              <a:r>
                <a:rPr lang="en-US" err="1">
                  <a:solidFill>
                    <a:schemeClr val="bg1"/>
                  </a:solidFill>
                </a:rPr>
                <a:t>driver.find_element</a:t>
              </a:r>
              <a:r>
                <a:rPr lang="en-US">
                  <a:solidFill>
                    <a:schemeClr val="bg1"/>
                  </a:solidFill>
                </a:rPr>
                <a:t>(By.ID, "submit-</a:t>
              </a:r>
              <a:r>
                <a:rPr lang="en-US" err="1">
                  <a:solidFill>
                    <a:schemeClr val="bg1"/>
                  </a:solidFill>
                </a:rPr>
                <a:t>btn</a:t>
              </a:r>
              <a:r>
                <a:rPr lang="en-US">
                  <a:solidFill>
                    <a:schemeClr val="bg1"/>
                  </a:solidFill>
                </a:rPr>
                <a:t>")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7642379-0EF4-8BA7-2463-AB43B156C6F4}"/>
                </a:ext>
              </a:extLst>
            </p:cNvPr>
            <p:cNvSpPr txBox="1"/>
            <p:nvPr/>
          </p:nvSpPr>
          <p:spPr>
            <a:xfrm>
              <a:off x="1317355" y="4371813"/>
              <a:ext cx="60960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Python</a:t>
              </a:r>
              <a:endParaRPr lang="en-US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A7DF0-D4B1-8D1C-8C63-13F4DC54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0B3D35-AD46-1518-5DE7-EA8BB04EEEC0}"/>
              </a:ext>
            </a:extLst>
          </p:cNvPr>
          <p:cNvSpPr/>
          <p:nvPr/>
        </p:nvSpPr>
        <p:spPr>
          <a:xfrm>
            <a:off x="572241" y="1230824"/>
            <a:ext cx="11268462" cy="5105400"/>
          </a:xfrm>
          <a:prstGeom prst="roundRect">
            <a:avLst>
              <a:gd name="adj" fmla="val 2238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969BCF-8B24-DFD9-26B4-5FA875CADCA1}"/>
              </a:ext>
            </a:extLst>
          </p:cNvPr>
          <p:cNvSpPr/>
          <p:nvPr/>
        </p:nvSpPr>
        <p:spPr>
          <a:xfrm>
            <a:off x="840232" y="1469111"/>
            <a:ext cx="10474174" cy="4573291"/>
          </a:xfrm>
          <a:prstGeom prst="roundRect">
            <a:avLst>
              <a:gd name="adj" fmla="val 169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1257C-6A7A-2178-C12D-6D0EF43DC2D4}"/>
              </a:ext>
            </a:extLst>
          </p:cNvPr>
          <p:cNvSpPr txBox="1"/>
          <p:nvPr/>
        </p:nvSpPr>
        <p:spPr>
          <a:xfrm>
            <a:off x="609600" y="457200"/>
            <a:ext cx="243496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969DA"/>
                </a:solidFill>
                <a:latin typeface="Inter"/>
              </a:rPr>
              <a:t>KIẾN TRÚC ĐỐI TƯỢNG &amp; NGOẠI LỆ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9377C4-F939-3FA3-1327-8E71EA20DDDF}"/>
              </a:ext>
            </a:extLst>
          </p:cNvPr>
          <p:cNvSpPr txBox="1"/>
          <p:nvPr/>
        </p:nvSpPr>
        <p:spPr>
          <a:xfrm>
            <a:off x="609600" y="695325"/>
            <a:ext cx="726480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F2328"/>
                </a:solidFill>
                <a:latin typeface="Space Grotesk"/>
              </a:rPr>
              <a:t>Lớp WebElement &amp; Cơ chế kiểm tra Stale Element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287AB8-60D0-42A4-0AB6-DF94891D31A6}"/>
              </a:ext>
            </a:extLst>
          </p:cNvPr>
          <p:cNvSpPr txBox="1"/>
          <p:nvPr/>
        </p:nvSpPr>
        <p:spPr>
          <a:xfrm>
            <a:off x="947751" y="1718697"/>
            <a:ext cx="10251063" cy="365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selenium.common.exceptions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StaleElementReferenceException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By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btn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(By.ID, </a:t>
            </a:r>
            <a:r>
              <a:rPr lang="en-US" sz="1600" b="0" i="0" u="none">
                <a:solidFill>
                  <a:srgbClr val="A5D6FF"/>
                </a:solidFill>
                <a:latin typeface="Fira Code"/>
              </a:rPr>
              <a:t>"submit-</a:t>
            </a:r>
            <a:r>
              <a:rPr lang="en-US" sz="1600" b="0" i="0" u="none" err="1">
                <a:solidFill>
                  <a:srgbClr val="A5D6FF"/>
                </a:solidFill>
                <a:latin typeface="Fira Code"/>
              </a:rPr>
              <a:t>btn</a:t>
            </a:r>
            <a:r>
              <a:rPr lang="en-US" sz="16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#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Giả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sử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DOM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thay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đổi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hoặc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trang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reload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tại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đây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...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driver.refresh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() 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	</a:t>
            </a: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try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: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btn.click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() 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# Thất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bại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vì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tham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chiếu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btn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đã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bị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lỗi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thời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!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except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StaleElementReferenceException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: 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	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#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Giải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pháp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: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Tìm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lại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phần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tử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từ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DOM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mới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600">
                <a:latin typeface="Fira Code"/>
              </a:rPr>
            </a:br>
            <a:r>
              <a:rPr lang="en-US" sz="1600">
                <a:solidFill>
                  <a:srgbClr val="E6EDF3"/>
                </a:solidFill>
                <a:latin typeface="Fira Code"/>
              </a:rPr>
              <a:t>	</a:t>
            </a:r>
            <a:r>
              <a:rPr lang="en-US" sz="1600" err="1">
                <a:solidFill>
                  <a:srgbClr val="E6EDF3"/>
                </a:solidFill>
                <a:latin typeface="Fira Code"/>
              </a:rPr>
              <a:t>btn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 = </a:t>
            </a:r>
            <a:r>
              <a:rPr lang="en-US" sz="1600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(By.ID, </a:t>
            </a:r>
            <a:r>
              <a:rPr lang="en-US" sz="1600">
                <a:solidFill>
                  <a:srgbClr val="A5D6FF"/>
                </a:solidFill>
                <a:latin typeface="Fira Code"/>
              </a:rPr>
              <a:t>"submit-</a:t>
            </a:r>
            <a:r>
              <a:rPr lang="en-US" sz="1600" err="1">
                <a:solidFill>
                  <a:srgbClr val="A5D6FF"/>
                </a:solidFill>
                <a:latin typeface="Fira Code"/>
              </a:rPr>
              <a:t>btn</a:t>
            </a:r>
            <a:r>
              <a:rPr lang="en-US" sz="1600">
                <a:solidFill>
                  <a:srgbClr val="A5D6FF"/>
                </a:solidFill>
                <a:latin typeface="Fira Code"/>
              </a:rPr>
              <a:t>"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600">
                <a:latin typeface="Fira Code"/>
              </a:rPr>
            </a:br>
            <a:r>
              <a:rPr lang="en-US" sz="1600">
                <a:solidFill>
                  <a:srgbClr val="E6EDF3"/>
                </a:solidFill>
                <a:latin typeface="Fira Code"/>
              </a:rPr>
              <a:t>	</a:t>
            </a:r>
            <a:r>
              <a:rPr lang="en-US" sz="1600" err="1">
                <a:solidFill>
                  <a:srgbClr val="E6EDF3"/>
                </a:solidFill>
                <a:latin typeface="Fira Code"/>
              </a:rPr>
              <a:t>btn.click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()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542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587822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711036"/>
            <a:ext cx="6218368" cy="4499264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3659" y="2423391"/>
            <a:ext cx="4710558" cy="885825"/>
          </a:xfrm>
          <a:prstGeom prst="roundRect">
            <a:avLst>
              <a:gd name="adj" fmla="val 8602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7333659" y="3423516"/>
            <a:ext cx="4710558" cy="866775"/>
          </a:xfrm>
          <a:prstGeom prst="roundRect">
            <a:avLst>
              <a:gd name="adj" fmla="val 8791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7333659" y="4404591"/>
            <a:ext cx="4710558" cy="876300"/>
          </a:xfrm>
          <a:prstGeom prst="roundRect">
            <a:avLst>
              <a:gd name="adj" fmla="val 8695"/>
            </a:avLst>
          </a:prstGeom>
          <a:solidFill>
            <a:srgbClr val="FFEBE9"/>
          </a:solidFill>
          <a:ln w="9525">
            <a:solidFill>
              <a:srgbClr val="FF81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7495584" y="2585316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5584" y="3585441"/>
            <a:ext cx="14097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ounded Rectangle 10"/>
          <p:cNvSpPr/>
          <p:nvPr/>
        </p:nvSpPr>
        <p:spPr>
          <a:xfrm>
            <a:off x="7495584" y="4566516"/>
            <a:ext cx="723900" cy="219075"/>
          </a:xfrm>
          <a:prstGeom prst="roundRect">
            <a:avLst>
              <a:gd name="adj" fmla="val 17391"/>
            </a:avLst>
          </a:prstGeom>
          <a:solidFill>
            <a:srgbClr val="E2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5741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Inter"/>
              </a:rPr>
              <a:t>PHƯƠNG THỨC CƠ BẢN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Điền Form, Nhập Văn Bản &amp; Upload Tệp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1447800"/>
            <a:ext cx="70658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Kịch bản thao tác biểu mẫu hoàn chỉnh: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1809750"/>
            <a:ext cx="6081554" cy="4131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C00000"/>
                </a:solidFill>
                <a:latin typeface="Fira Code"/>
              </a:rPr>
              <a:t>from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lang="vi-VN" sz="1200" b="0" i="0" u="none">
                <a:solidFill>
                  <a:srgbClr val="C00000"/>
                </a:solidFill>
                <a:latin typeface="Fira Code"/>
              </a:rPr>
              <a:t>import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 By</a:t>
            </a:r>
            <a:endParaRPr lang="en-US"/>
          </a:p>
          <a:p>
            <a:pPr algn="l">
              <a:lnSpc>
                <a:spcPct val="150000"/>
              </a:lnSpc>
            </a:pP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Fira Code"/>
              </a:rPr>
              <a:t># 1. Clear nội dung cũ và điền văn bản mới</a:t>
            </a:r>
            <a:endParaRPr lang="vi-VN" sz="1200" b="0" i="0" u="none">
              <a:solidFill>
                <a:schemeClr val="tx1">
                  <a:lumMod val="50000"/>
                  <a:lumOff val="50000"/>
                </a:schemeClr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username_field = driver.find_element(By.NAME, "username")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username_field.clear()  </a:t>
            </a:r>
            <a:r>
              <a:rPr lang="vi-VN" sz="12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Fira Code"/>
              </a:rPr>
              <a:t># Xóa sạch dữ liệu có sẵn</a:t>
            </a:r>
            <a:endParaRPr lang="vi-VN" sz="1200" b="0" i="0" u="none">
              <a:solidFill>
                <a:schemeClr val="tx1">
                  <a:lumMod val="50000"/>
                  <a:lumOff val="50000"/>
                </a:schemeClr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username_field.send_keys("</a:t>
            </a:r>
            <a:r>
              <a:rPr lang="vi-VN" sz="1200" b="0" i="0" u="none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admin_automation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")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Fira Code"/>
              </a:rPr>
              <a:t># 2. Upload tệp qua input type="file" (Truyền đường dẫn tuyệt đối)</a:t>
            </a:r>
            <a:endParaRPr lang="vi-VN" sz="1200" b="0" i="0" u="none">
              <a:solidFill>
                <a:schemeClr val="tx1">
                  <a:lumMod val="50000"/>
                  <a:lumOff val="50000"/>
                </a:schemeClr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file_input = driver.find_element(By.NAME, </a:t>
            </a:r>
            <a:r>
              <a:rPr lang="vi-VN" sz="1200" b="0" i="0" u="none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"profilePic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")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file_input.send_keys</a:t>
            </a:r>
            <a:r>
              <a:rPr lang="vi-VN" sz="1200" b="0" i="0" u="none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("/abs/path/to/avatar.png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")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Fira Code"/>
              </a:rPr>
              <a:t># 3. Nhấp nút xác nhận</a:t>
            </a:r>
            <a:endParaRPr lang="vi-VN" sz="1200" b="0" i="0" u="none">
              <a:solidFill>
                <a:schemeClr val="tx1">
                  <a:lumMod val="50000"/>
                  <a:lumOff val="50000"/>
                </a:schemeClr>
              </a:solidFill>
              <a:latin typeface="Fira Code"/>
              <a:ea typeface="Fira Code"/>
              <a:cs typeface="Fira Code"/>
            </a:endParaRPr>
          </a:p>
          <a:p>
            <a:pPr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submit_btn = driver.find_element(By.CSS_SELECTOR</a:t>
            </a:r>
            <a:r>
              <a:rPr lang="vi-VN" sz="1200">
                <a:solidFill>
                  <a:srgbClr val="E6EDF3"/>
                </a:solidFill>
                <a:latin typeface="Fira Code"/>
              </a:rPr>
              <a:t>,</a:t>
            </a:r>
            <a:endParaRPr lang="vi-VN" sz="1200">
              <a:solidFill>
                <a:srgbClr val="8EB4E3"/>
              </a:solidFill>
              <a:latin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"</a:t>
            </a:r>
            <a:r>
              <a:rPr lang="vi-VN" sz="1200" b="0" i="0" u="none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button[type='submit']")</a:t>
            </a:r>
            <a:endParaRPr lang="vi-VN" sz="1200" b="0" i="0" u="none">
              <a:solidFill>
                <a:schemeClr val="tx2">
                  <a:lumMod val="40000"/>
                  <a:lumOff val="60000"/>
                </a:schemeClr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submit_btn.click()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95584" y="2831378"/>
            <a:ext cx="448195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Xóa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giá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trị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hiện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tại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trong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trường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&lt;input&gt;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hoặc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&lt;</a:t>
            </a:r>
            <a:r>
              <a:rPr lang="en-US" sz="1050" b="0" i="0" err="1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textarea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&gt;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. </a:t>
            </a:r>
            <a:endParaRPr lang="vi-VN" sz="1000">
              <a:solidFill>
                <a:srgbClr val="57606A"/>
              </a:solidFill>
              <a:latin typeface="Inter"/>
            </a:endParaRPr>
          </a:p>
          <a:p>
            <a:pPr algn="l"/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Khuyên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trước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khi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gọi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send_keys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()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để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tránh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nối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chuỗi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văn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bản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.</a:t>
            </a:r>
            <a:endParaRPr lang="vi-VN" sz="1000" b="0" i="0" u="none">
              <a:solidFill>
                <a:srgbClr val="57606A"/>
              </a:solidFill>
              <a:latin typeface="Inter"/>
              <a:ea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5584" y="3823566"/>
            <a:ext cx="448195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7606A"/>
                </a:solidFill>
                <a:latin typeface="Inter"/>
              </a:rPr>
              <a:t>Mô phỏng nhập từng phím. Ngoài gửi văn bản, khi gọi trên thẻ input type="file", nó gửi thẳng đường dẫn tệp trên ổ cứng tới browser.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5584" y="4566516"/>
            <a:ext cx="24590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CF222E"/>
                </a:solidFill>
                <a:latin typeface="Space Grotesk"/>
              </a:rPr>
              <a:t>		</a:t>
            </a:r>
            <a:r>
              <a:rPr sz="1400" b="1" i="0" u="none">
                <a:solidFill>
                  <a:srgbClr val="CF222E"/>
                </a:solidFill>
                <a:latin typeface="Space Grotesk"/>
              </a:rPr>
              <a:t>(Lưu ý </a:t>
            </a:r>
            <a:r>
              <a:rPr sz="1400" b="1" i="0" u="none" err="1">
                <a:solidFill>
                  <a:srgbClr val="CF222E"/>
                </a:solidFill>
                <a:latin typeface="Space Grotesk"/>
              </a:rPr>
              <a:t>phiên</a:t>
            </a:r>
            <a:r>
              <a:rPr sz="1400" b="1" i="0" u="none">
                <a:solidFill>
                  <a:srgbClr val="CF222E"/>
                </a:solidFill>
                <a:latin typeface="Space Grotesk"/>
              </a:rPr>
              <a:t> </a:t>
            </a:r>
            <a:r>
              <a:rPr sz="1400" b="1" i="0" u="none" err="1">
                <a:solidFill>
                  <a:srgbClr val="CF222E"/>
                </a:solidFill>
                <a:latin typeface="Space Grotesk"/>
              </a:rPr>
              <a:t>bản</a:t>
            </a:r>
            <a:r>
              <a:rPr sz="1400" b="1" i="0" u="none">
                <a:solidFill>
                  <a:srgbClr val="CF222E"/>
                </a:solidFill>
                <a:latin typeface="Space Grotesk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5584" y="4885603"/>
            <a:ext cx="448195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Trước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đây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để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gửi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form. Trong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các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bản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Selenium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mới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,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nên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click()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trực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tiếp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lên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nút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Submit.</a:t>
            </a:r>
            <a:endParaRPr sz="1000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52734" y="2604366"/>
            <a:ext cx="628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>
                <a:solidFill>
                  <a:srgbClr val="0F172A"/>
                </a:solidFill>
                <a:latin typeface="Fira Code"/>
              </a:rPr>
              <a:t>clear()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3461" y="3616037"/>
            <a:ext cx="152919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F172A"/>
                </a:solidFill>
                <a:latin typeface="Fira Code"/>
              </a:rPr>
              <a:t>send_keys(*value)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734" y="4585566"/>
            <a:ext cx="7048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F172A"/>
                </a:solidFill>
                <a:latin typeface="Fira Code"/>
              </a:rPr>
              <a:t>submit()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033641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473200"/>
            <a:ext cx="5612001" cy="469646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41361" y="2320964"/>
            <a:ext cx="5015358" cy="1405929"/>
          </a:xfrm>
          <a:prstGeom prst="roundRect">
            <a:avLst>
              <a:gd name="adj" fmla="val 5842"/>
            </a:avLst>
          </a:prstGeom>
          <a:solidFill>
            <a:srgbClr val="DDF4FF"/>
          </a:solidFill>
          <a:ln w="9525">
            <a:solidFill>
              <a:srgbClr val="54A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6841361" y="3777694"/>
            <a:ext cx="5015358" cy="1589920"/>
          </a:xfrm>
          <a:prstGeom prst="roundRect">
            <a:avLst>
              <a:gd name="adj" fmla="val 5155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5741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Inter"/>
              </a:rPr>
              <a:t>PHƯƠNG THỨC CƠ BẢN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Tìm phần tử con trong Scope của WebElement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610" y="1972310"/>
            <a:ext cx="5318631" cy="2192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selenium.webdriver.common.by </a:t>
            </a:r>
            <a:r>
              <a:rPr lang="en-US" sz="12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By</a:t>
            </a:r>
            <a:endParaRPr lang="en-US"/>
          </a:p>
          <a:p>
            <a:pPr marL="0" marR="0" indent="0" algn="l">
              <a:lnSpc>
                <a:spcPct val="150000"/>
              </a:lnSpc>
              <a:buNone/>
            </a:pP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Tìm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phần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tử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cha (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ví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dụ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: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một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bảng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cụ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thể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  <a:endParaRPr lang="en-US" sz="12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table_form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driver.find_element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(By.ID, </a:t>
            </a:r>
            <a:r>
              <a:rPr lang="en-US" sz="12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"data-table"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)</a:t>
            </a: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indent="0" algn="l">
              <a:lnSpc>
                <a:spcPct val="150000"/>
              </a:lnSpc>
              <a:buNone/>
            </a:pP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1.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find_element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():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Chỉ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tìm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BÊN TRONG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table_form</a:t>
            </a:r>
            <a:endParaRPr lang="en-US" sz="12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first_row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table_form.find_element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By.TAG_NAME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sz="12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"tr"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)</a:t>
            </a: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indent="0" algn="l">
              <a:lnSpc>
                <a:spcPct val="150000"/>
              </a:lnSpc>
              <a:buNone/>
            </a:pP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1386" y="2520989"/>
            <a:ext cx="545541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969DA"/>
                </a:solidFill>
                <a:latin typeface="Space Grotesk"/>
              </a:rPr>
              <a:t>Tối ưu hóa tầm nhìn (Scoped Context)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1386" y="2824568"/>
            <a:ext cx="4690238" cy="596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Thay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vì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tìm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toàn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trang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web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bằng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driver.find_element</a:t>
            </a:r>
            <a:r>
              <a:rPr lang="en-US" sz="11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()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,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gọi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element.find_element</a:t>
            </a:r>
            <a:r>
              <a:rPr lang="en-US" sz="11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()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giới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hạn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vùng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tìm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kiếm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chỉ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trong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cây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DOM con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của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phần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tử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đó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.</a:t>
            </a:r>
            <a:endParaRPr sz="1100" b="0" i="0" u="none">
              <a:solidFill>
                <a:srgbClr val="1F2328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1386" y="3977719"/>
            <a:ext cx="230557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24292F"/>
                </a:solidFill>
                <a:latin typeface="Space Grotesk"/>
              </a:rPr>
              <a:t>Xử lý kết quả trả về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2651" y="4263151"/>
            <a:ext cx="7213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7606A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1186" y="4266198"/>
            <a:ext cx="4489578" cy="338554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R="0" lvl="0" algn="l"/>
            <a:r>
              <a:rPr lang="en-US" sz="1100" b="1" i="0" err="1">
                <a:solidFill>
                  <a:srgbClr val="57606A"/>
                </a:solidFill>
                <a:effectLst/>
                <a:latin typeface="Inter"/>
              </a:rPr>
              <a:t>find_element</a:t>
            </a:r>
            <a:r>
              <a:rPr lang="en-US" sz="1100" b="1" i="0">
                <a:solidFill>
                  <a:srgbClr val="57606A"/>
                </a:solidFill>
                <a:effectLst/>
                <a:latin typeface="Inter"/>
              </a:rPr>
              <a:t>: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Ném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ngoại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lệ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NoSuchElementException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khớp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phần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tử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nào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2651" y="4735214"/>
            <a:ext cx="7213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7606A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1186" y="4736215"/>
            <a:ext cx="4489578" cy="338554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R="0" lvl="0" algn="l"/>
            <a:r>
              <a:rPr lang="en-US" sz="1100" b="1" i="0" err="1">
                <a:solidFill>
                  <a:srgbClr val="57606A"/>
                </a:solidFill>
                <a:effectLst/>
                <a:latin typeface="Inter"/>
              </a:rPr>
              <a:t>find_elements</a:t>
            </a:r>
            <a:r>
              <a:rPr lang="en-US" sz="1100" b="1" i="0">
                <a:solidFill>
                  <a:srgbClr val="57606A"/>
                </a:solidFill>
                <a:effectLst/>
                <a:latin typeface="Inter"/>
              </a:rPr>
              <a:t>: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danh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sách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rỗng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[]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an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toàn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(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ném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ngoại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lệ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thấy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28725"/>
            <a:ext cx="5314057" cy="5172075"/>
          </a:xfrm>
          <a:prstGeom prst="roundRect">
            <a:avLst>
              <a:gd name="adj" fmla="val 2209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ounded Rectangle 2"/>
          <p:cNvSpPr/>
          <p:nvPr/>
        </p:nvSpPr>
        <p:spPr>
          <a:xfrm>
            <a:off x="781050" y="1721485"/>
            <a:ext cx="4971157" cy="1694418"/>
          </a:xfrm>
          <a:prstGeom prst="roundRect">
            <a:avLst>
              <a:gd name="adj" fmla="val 636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781050" y="3601323"/>
            <a:ext cx="4971157" cy="2628026"/>
          </a:xfrm>
          <a:prstGeom prst="roundRect">
            <a:avLst>
              <a:gd name="adj" fmla="val 230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6022717" y="2838132"/>
            <a:ext cx="5996562" cy="758190"/>
          </a:xfrm>
          <a:prstGeom prst="roundRect">
            <a:avLst>
              <a:gd name="adj" fmla="val 11428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6022717" y="3752532"/>
            <a:ext cx="5996562" cy="805180"/>
          </a:xfrm>
          <a:prstGeom prst="roundRect">
            <a:avLst>
              <a:gd name="adj" fmla="val 8695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6063357" y="5506402"/>
            <a:ext cx="6016882" cy="808990"/>
          </a:xfrm>
          <a:prstGeom prst="roundRect">
            <a:avLst>
              <a:gd name="adj" fmla="val 11428"/>
            </a:avLst>
          </a:prstGeom>
          <a:solidFill>
            <a:srgbClr val="FFF8C5"/>
          </a:solidFill>
          <a:ln w="9525">
            <a:solidFill>
              <a:srgbClr val="D4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65429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Inter"/>
              </a:rPr>
              <a:t>PHÂN BIỆT CHUYÊN SÂU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F2328"/>
                </a:solidFill>
                <a:latin typeface="Space Grotesk"/>
              </a:rPr>
              <a:t>get_attribute() vs get_dom_attribute() vs get_property()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1400175"/>
            <a:ext cx="26417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B949E"/>
                </a:solidFill>
                <a:latin typeface="Inter"/>
              </a:rPr>
              <a:t>Giả sử HTML gốc và thao tác người dùng: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920" y="1858645"/>
            <a:ext cx="4870827" cy="1308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&lt;!-- Code HTML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khai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báo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ban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đầu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--&gt;</a:t>
            </a:r>
            <a:endParaRPr lang="en-US" sz="11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lang="en-US" sz="1100" b="0" i="0">
                <a:solidFill>
                  <a:srgbClr val="7EE787"/>
                </a:solidFill>
                <a:effectLst/>
                <a:latin typeface="Fira Code" panose="020B0809050000020004" pitchFamily="49" charset="0"/>
              </a:rPr>
              <a:t>input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>
                <a:solidFill>
                  <a:srgbClr val="79C0FF"/>
                </a:solidFill>
                <a:effectLst/>
                <a:latin typeface="Fira Code" panose="020B0809050000020004" pitchFamily="49" charset="0"/>
              </a:rPr>
              <a:t>id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"kw"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>
                <a:solidFill>
                  <a:srgbClr val="79C0FF"/>
                </a:solidFill>
                <a:effectLst/>
                <a:latin typeface="Fira Code" panose="020B0809050000020004" pitchFamily="49" charset="0"/>
              </a:rPr>
              <a:t>value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100" b="0" i="0" err="1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Mặc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định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>
                <a:solidFill>
                  <a:srgbClr val="79C0FF"/>
                </a:solidFill>
                <a:effectLst/>
                <a:latin typeface="Fira Code" panose="020B0809050000020004" pitchFamily="49" charset="0"/>
              </a:rPr>
              <a:t>class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100" b="0" i="0" err="1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src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-box"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/&gt;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Người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dùng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gõ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"Selenium"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vào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ô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nhập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liệu</a:t>
            </a:r>
            <a:endParaRPr lang="en-US" sz="11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elem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sz="11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driver.find_element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(By.ID, 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"kw"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elem.send_keys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"Selenium"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3704193"/>
            <a:ext cx="4799707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1. Khai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báo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trong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mã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HTML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gốc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 err="1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elem.get_dom_attribute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n-US" sz="1200">
                <a:solidFill>
                  <a:srgbClr val="A5D6FF"/>
                </a:solidFill>
                <a:latin typeface="Fira Code"/>
                <a:ea typeface="Fira Code"/>
                <a:cs typeface="Fira Code"/>
              </a:rPr>
              <a:t>"value"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) </a:t>
            </a:r>
            <a:endParaRPr lang="en-US">
              <a:ea typeface="Calibri"/>
              <a:cs typeface="Calibri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-&gt;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Trả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về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: "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Mặc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định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"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2.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Giá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trị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trạng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thái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DOM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hiện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tại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elem.clear</a:t>
            </a:r>
            <a:r>
              <a:rPr lang="en-US" sz="120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()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 err="1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elem.get_property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n-US" sz="1200">
                <a:solidFill>
                  <a:srgbClr val="A5D6FF"/>
                </a:solidFill>
                <a:latin typeface="Fira Code"/>
                <a:ea typeface="Fira Code"/>
                <a:cs typeface="Fira Code"/>
              </a:rPr>
              <a:t>"value"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)     </a:t>
            </a:r>
            <a:endParaRPr lang="en-US">
              <a:ea typeface="Calibri"/>
              <a:cs typeface="Calibri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-&gt;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Trả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về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: "Selenium"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3.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get_attribute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ưu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tiên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property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trước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attribute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 err="1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elem.get_attribute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n-US" sz="1200">
                <a:solidFill>
                  <a:srgbClr val="A5D6FF"/>
                </a:solidFill>
                <a:latin typeface="Fira Code"/>
                <a:ea typeface="Fira Code"/>
                <a:cs typeface="Fira Code"/>
              </a:rPr>
              <a:t>"value"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)    </a:t>
            </a:r>
            <a:endParaRPr lang="en-US">
              <a:ea typeface="Calibri"/>
              <a:cs typeface="Calibri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-&gt;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Trả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về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: "Selenium"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6387" y="2971482"/>
            <a:ext cx="58352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969DA"/>
                </a:solidFill>
                <a:latin typeface="Inter"/>
              </a:rPr>
              <a:t>get_dom_attribute("name"):</a:t>
            </a:r>
            <a:r>
              <a:rPr sz="1400" b="0" i="0" u="none">
                <a:solidFill>
                  <a:srgbClr val="1F2328"/>
                </a:solidFill>
                <a:latin typeface="Inter"/>
              </a:rPr>
              <a:t> Chỉ truy xuất thuộc tính viết tĩnh trong mã HTML gốc. Không thay đổi dù người dùng thao tác trên giao diện.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387" y="3922315"/>
            <a:ext cx="58352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err="1">
                <a:solidFill>
                  <a:srgbClr val="1A7F37"/>
                </a:solidFill>
                <a:effectLst/>
                <a:latin typeface="Inter"/>
              </a:rPr>
              <a:t>get_property</a:t>
            </a:r>
            <a:r>
              <a:rPr lang="en-US" sz="1400" b="1" i="0">
                <a:solidFill>
                  <a:srgbClr val="1A7F37"/>
                </a:solidFill>
                <a:effectLst/>
                <a:latin typeface="Inter"/>
              </a:rPr>
              <a:t>("name"):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Truy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xuất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thuộc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tính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động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của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đối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tượng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DOM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trong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bộ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nhớ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JavaScript </a:t>
            </a:r>
            <a:endParaRPr lang="en-US" sz="1400" b="0" i="0" u="none">
              <a:solidFill>
                <a:srgbClr val="1F2328"/>
              </a:solidFill>
              <a:latin typeface="Inter"/>
              <a:ea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027" y="5629592"/>
            <a:ext cx="58352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9A6700"/>
                </a:solidFill>
                <a:latin typeface="Inter"/>
              </a:rPr>
              <a:t>get_attribute("name"):</a:t>
            </a:r>
            <a:r>
              <a:rPr sz="1400" b="0" i="0" u="none">
                <a:solidFill>
                  <a:srgbClr val="1F2328"/>
                </a:solidFill>
                <a:latin typeface="Inter"/>
              </a:rPr>
              <a:t> Phương thức tổng hợp cũ. Thử lấy Property trước; nếu không có Property mới trả về DOM Attribute.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D6518-A361-9C27-3366-A8BDBCD2ED26}"/>
              </a:ext>
            </a:extLst>
          </p:cNvPr>
          <p:cNvSpPr txBox="1"/>
          <p:nvPr/>
        </p:nvSpPr>
        <p:spPr>
          <a:xfrm>
            <a:off x="6055360" y="4648200"/>
            <a:ext cx="59944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2">
                    <a:lumMod val="76000"/>
                  </a:schemeClr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b="1">
                <a:solidFill>
                  <a:srgbClr val="0969DA"/>
                </a:solidFill>
                <a:latin typeface="Segoe UI"/>
                <a:ea typeface="Segoe UI"/>
                <a:cs typeface="Segoe UI"/>
              </a:rPr>
              <a:t>Tĩnh (Attribute)</a:t>
            </a:r>
            <a:r>
              <a:rPr lang="en-US">
                <a:latin typeface="Segoe UI"/>
                <a:ea typeface="Segoe UI"/>
                <a:cs typeface="Segoe UI"/>
              </a:rPr>
              <a:t> = "</a:t>
            </a:r>
            <a:r>
              <a:rPr lang="en-US" err="1">
                <a:latin typeface="Segoe UI"/>
                <a:ea typeface="Segoe UI"/>
                <a:cs typeface="Segoe UI"/>
              </a:rPr>
              <a:t>Lúc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mới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sinh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ra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nó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thế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nào</a:t>
            </a:r>
            <a:r>
              <a:rPr lang="en-US">
                <a:latin typeface="Segoe UI"/>
                <a:ea typeface="Segoe UI"/>
                <a:cs typeface="Segoe UI"/>
              </a:rPr>
              <a:t>?"</a:t>
            </a:r>
          </a:p>
          <a:p>
            <a:r>
              <a:rPr lang="en-US" b="1" err="1">
                <a:solidFill>
                  <a:srgbClr val="1A7F37"/>
                </a:solidFill>
                <a:latin typeface="Segoe UI"/>
                <a:ea typeface="Segoe UI"/>
                <a:cs typeface="Segoe UI"/>
              </a:rPr>
              <a:t>Động</a:t>
            </a:r>
            <a:r>
              <a:rPr lang="en-US" b="1">
                <a:solidFill>
                  <a:srgbClr val="1A7F37"/>
                </a:solidFill>
                <a:latin typeface="Segoe UI"/>
                <a:ea typeface="Segoe UI"/>
                <a:cs typeface="Segoe UI"/>
              </a:rPr>
              <a:t> (Property)</a:t>
            </a:r>
            <a:r>
              <a:rPr lang="en-US">
                <a:latin typeface="Segoe UI"/>
                <a:ea typeface="Segoe UI"/>
                <a:cs typeface="Segoe UI"/>
              </a:rPr>
              <a:t> = "Ngay </a:t>
            </a:r>
            <a:r>
              <a:rPr lang="en-US" err="1">
                <a:latin typeface="Segoe UI"/>
                <a:ea typeface="Segoe UI"/>
                <a:cs typeface="Segoe UI"/>
              </a:rPr>
              <a:t>lúc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này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nó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đang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thế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nào</a:t>
            </a:r>
            <a:r>
              <a:rPr lang="en-US">
                <a:latin typeface="Segoe UI"/>
                <a:ea typeface="Segoe UI"/>
                <a:cs typeface="Segoe UI"/>
              </a:rPr>
              <a:t>?"</a:t>
            </a:r>
          </a:p>
          <a:p>
            <a:endParaRPr lang="en-US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86D7ED-5BBA-899E-F7B6-259A0464E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550" y="1228090"/>
            <a:ext cx="4904740" cy="13436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054476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676400"/>
            <a:ext cx="5673476" cy="453390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4576" y="2419350"/>
            <a:ext cx="5083423" cy="106997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6854576" y="3400425"/>
            <a:ext cx="5083423" cy="106997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6854576" y="4381500"/>
            <a:ext cx="5083423" cy="106045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6854576" y="2419350"/>
            <a:ext cx="38100" cy="866775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4576" y="3400425"/>
            <a:ext cx="38100" cy="866775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4576" y="4381500"/>
            <a:ext cx="38100" cy="85725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52926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Inter"/>
              </a:rPr>
              <a:t>KIỂM TRA TRẠNG THÁI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Các phương thức kiểm tra Boolean &amp; Ví dụ Assert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1447800"/>
            <a:ext cx="70918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Mã nguồn kiểm thử tự động xác minh trạng thái: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1809750"/>
            <a:ext cx="5481706" cy="4001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selenium.webdriver.common.by </a:t>
            </a:r>
            <a:r>
              <a:rPr lang="en-US" sz="13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By</a:t>
            </a:r>
          </a:p>
          <a:p>
            <a:pPr marL="0" marR="0" indent="0" algn="l">
              <a:buNone/>
            </a:pP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checkbox =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driver.find_element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(By.ID, 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"remember-me"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submit_btn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=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driver.find_element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(By.ID, 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"submit-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btn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alert_msg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=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driver.find_element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By.CLASS_NAME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, 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"alert-box"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1.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Kiểm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tra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hiển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thị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giao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diện</a:t>
            </a:r>
            <a:endParaRPr lang="en-US" sz="13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/>
                <a:ea typeface="Fira Code"/>
                <a:cs typeface="Fira Code"/>
              </a:rPr>
              <a:t>if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alert_msg.is_displayed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():</a:t>
            </a: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   </a:t>
            </a:r>
            <a:r>
              <a:rPr lang="en-US" sz="1300" b="0" i="0">
                <a:solidFill>
                  <a:srgbClr val="79C0FF"/>
                </a:solidFill>
                <a:effectLst/>
                <a:latin typeface="Fira Code"/>
                <a:ea typeface="Fira Code"/>
                <a:cs typeface="Fira Code"/>
              </a:rPr>
              <a:t>print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"Thông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báo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lỗi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đang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hiển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thị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trên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màn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hình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2.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Kiểm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tra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phần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tử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có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bị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Disable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không</a:t>
            </a:r>
            <a:endParaRPr lang="en-US" sz="13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/>
                <a:ea typeface="Fira Code"/>
                <a:cs typeface="Fira Code"/>
              </a:rPr>
              <a:t>if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submit_btn.is_enabled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():</a:t>
            </a:r>
          </a:p>
          <a:p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   </a:t>
            </a:r>
            <a:r>
              <a:rPr lang="en-US" sz="13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  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submit_btn.click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</a:t>
            </a: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:</a:t>
            </a: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/>
              <a:cs typeface="Fira Code"/>
            </a:endParaRPr>
          </a:p>
          <a:p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   </a:t>
            </a:r>
            <a:r>
              <a:rPr lang="en-US" sz="1300">
                <a:solidFill>
                  <a:srgbClr val="79C0FF"/>
                </a:solidFill>
                <a:latin typeface="Fira Code"/>
                <a:ea typeface="Fira Code"/>
                <a:cs typeface="Fira Code"/>
              </a:rPr>
              <a:t>  </a:t>
            </a:r>
            <a:r>
              <a:rPr lang="en-US" sz="1300" b="0" i="0">
                <a:solidFill>
                  <a:srgbClr val="79C0FF"/>
                </a:solidFill>
                <a:effectLst/>
                <a:latin typeface="Fira Code"/>
                <a:ea typeface="Fira Code"/>
                <a:cs typeface="Fira Code"/>
              </a:rPr>
              <a:t>print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Nút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Submit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đang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bị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vô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hiệu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hóa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!"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3.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Kiểm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tra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Hộp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kiểm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/ Radio / Select Option</a:t>
            </a:r>
            <a:endParaRPr lang="en-US" sz="13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/>
                <a:ea typeface="Fira Code"/>
                <a:cs typeface="Fira Code"/>
              </a:rPr>
              <a:t>if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>
                <a:solidFill>
                  <a:srgbClr val="FF7B72"/>
                </a:solidFill>
                <a:effectLst/>
                <a:latin typeface="Fira Code"/>
                <a:ea typeface="Fira Code"/>
                <a:cs typeface="Fira Code"/>
              </a:rPr>
              <a:t>not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checkbox.is_selected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():</a:t>
            </a:r>
          </a:p>
          <a:p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   </a:t>
            </a:r>
            <a:r>
              <a:rPr lang="en-US" sz="13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  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checkbox.click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  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Tích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chọn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nếu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chưa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chọn</a:t>
            </a:r>
            <a:endParaRPr lang="en-US" sz="13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5076" y="2571750"/>
            <a:ext cx="55330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A7F37"/>
                </a:solidFill>
                <a:latin typeface="Space Grotesk"/>
              </a:rPr>
              <a:t>is_displayed()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076" y="2809875"/>
            <a:ext cx="481545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4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phần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tử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được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render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trên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màn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hình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(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có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display:none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hoặc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visibility:hidden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).</a:t>
            </a:r>
            <a:endParaRPr sz="1200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45076" y="3552825"/>
            <a:ext cx="55330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969DA"/>
                </a:solidFill>
                <a:latin typeface="Space Grotesk"/>
              </a:rPr>
              <a:t>is_enabled()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5076" y="3790950"/>
            <a:ext cx="481545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True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trường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nhập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liệu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/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nút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bấm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sẵn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sàng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tương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tác</a:t>
            </a:r>
            <a:endParaRPr lang="en-US" sz="1200" err="1">
              <a:solidFill>
                <a:srgbClr val="57606A"/>
              </a:solidFill>
              <a:latin typeface="Inter"/>
            </a:endParaRPr>
          </a:p>
          <a:p>
            <a:r>
              <a:rPr lang="en-US" sz="1200">
                <a:solidFill>
                  <a:srgbClr val="57606A"/>
                </a:solidFill>
                <a:latin typeface="Inter"/>
              </a:rPr>
              <a:t> 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(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có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thuộc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tính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disabled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).</a:t>
            </a:r>
            <a:endParaRPr sz="1200" b="0" i="0" u="none">
              <a:solidFill>
                <a:srgbClr val="57606A"/>
              </a:solidFill>
              <a:latin typeface="Inter"/>
              <a:ea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45076" y="4533900"/>
            <a:ext cx="55330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8250DF"/>
                </a:solidFill>
                <a:latin typeface="Space Grotesk"/>
              </a:rPr>
              <a:t>is_selected()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5076" y="4772025"/>
            <a:ext cx="4815453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riêng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cho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Checkbox, Radio Button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và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thẻ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&lt;option&gt;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để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xác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minh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trạng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thái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đã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được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tick/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chọn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.</a:t>
            </a:r>
            <a:endParaRPr sz="1050" b="0" i="0" u="none">
              <a:solidFill>
                <a:srgbClr val="57606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033641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676400"/>
            <a:ext cx="5652641" cy="453390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71841" y="2314575"/>
            <a:ext cx="4710558" cy="942975"/>
          </a:xfrm>
          <a:prstGeom prst="roundRect">
            <a:avLst>
              <a:gd name="adj" fmla="val 808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71841" y="3371850"/>
            <a:ext cx="4710558" cy="923925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71841" y="4410075"/>
            <a:ext cx="4710558" cy="933450"/>
          </a:xfrm>
          <a:prstGeom prst="roundRect">
            <a:avLst>
              <a:gd name="adj" fmla="val 8163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52816" y="2495550"/>
            <a:ext cx="16383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52816" y="3552825"/>
            <a:ext cx="16383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52816" y="4591050"/>
            <a:ext cx="14097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3641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vi-VN" sz="1050" b="1">
                <a:solidFill>
                  <a:srgbClr val="0969DA"/>
                </a:solidFill>
                <a:latin typeface="Inter"/>
              </a:rPr>
              <a:t>CHỤP</a:t>
            </a:r>
            <a:r>
              <a:rPr sz="1050" b="1" i="0" u="none">
                <a:solidFill>
                  <a:srgbClr val="0969DA"/>
                </a:solidFill>
                <a:latin typeface="Inter"/>
              </a:rPr>
              <a:t> ẢNH PHẦN TỬ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Các phương thức Chụp ảnh Phần tử (Element Screenshots)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1447800"/>
            <a:ext cx="70658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Ví dụ chụp ảnh Captcha hoặc Bảng biểu để lưu trữ / AI xử lý: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1809750"/>
            <a:ext cx="5481191" cy="1800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sz="13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By </a:t>
            </a:r>
            <a:endParaRPr lang="en-US" sz="1300">
              <a:solidFill>
                <a:srgbClr val="E6EDF3"/>
              </a:solidFill>
              <a:latin typeface="Fira Code"/>
            </a:endParaRPr>
          </a:p>
          <a:p>
            <a:br>
              <a:rPr lang="en-US" sz="1300" b="0" i="0" u="none"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captcha_img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(By.ID, 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"captcha-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img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latin typeface="Fira Code"/>
              </a:rPr>
            </a:br>
            <a:br>
              <a:rPr lang="en-US" sz="1300" b="0" i="0" u="none"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1. Lưu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trực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tiếp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thành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tệp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PNG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trên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đĩa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latin typeface="Fira Code"/>
              </a:rPr>
            </a:br>
            <a:r>
              <a:rPr sz="1300" b="0" i="0" u="none">
                <a:solidFill>
                  <a:srgbClr val="E6EDF3"/>
                </a:solidFill>
                <a:latin typeface="Fira Code"/>
              </a:rPr>
              <a:t>success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captcha_img.screenshot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"./Screenshots/captcha.png"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latin typeface="Fira Code"/>
              </a:rPr>
            </a:br>
            <a:r>
              <a:rPr sz="1300" b="0" i="0" u="none">
                <a:solidFill>
                  <a:srgbClr val="FF7B72"/>
                </a:solidFill>
                <a:latin typeface="Fira Code"/>
              </a:rPr>
              <a:t>if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success: </a:t>
            </a:r>
            <a:br>
              <a:rPr lang="en-US" sz="1300" b="0" i="0" u="none">
                <a:latin typeface="Fira Code"/>
              </a:rPr>
            </a:br>
            <a:r>
              <a:rPr lang="en-US" sz="1300" b="0" i="0" u="none">
                <a:solidFill>
                  <a:srgbClr val="E6EDF3"/>
                </a:solidFill>
                <a:latin typeface="Fira Code"/>
              </a:rPr>
              <a:t>	</a:t>
            </a:r>
            <a:r>
              <a:rPr sz="13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Đã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lưu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ảnh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thành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công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endParaRPr sz="13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52816" y="2809875"/>
            <a:ext cx="444385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Cần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truyền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đường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dẫn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đầy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đủ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kèm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đuôi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sz="10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png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.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ghi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file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thành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công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, </a:t>
            </a:r>
            <a:r>
              <a:rPr lang="en-US" sz="10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False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lỗi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IO.</a:t>
            </a:r>
            <a:endParaRPr sz="975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2816" y="3810000"/>
            <a:ext cx="444385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Thuộc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tính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(Property)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String Base64.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Rất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hữu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ích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khi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cần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nhúng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ảnh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báo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cáo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tự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động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mà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muốn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lưu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tệp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rác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.</a:t>
            </a:r>
            <a:endParaRPr sz="975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52816" y="4852987"/>
            <a:ext cx="444385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Thuộc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tính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chuỗi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Binary </a:t>
            </a:r>
            <a:r>
              <a:rPr lang="en-US" sz="10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bytes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. Thường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truyền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trực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tiếp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vào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các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thư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viện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xử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lý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ảnh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như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Pillow hay OpenCV.</a:t>
            </a:r>
            <a:endParaRPr sz="975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09966" y="2514600"/>
            <a:ext cx="1619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>
                <a:solidFill>
                  <a:srgbClr val="0F172A"/>
                </a:solidFill>
                <a:latin typeface="Fira Code"/>
              </a:rPr>
              <a:t>screenshot(filename)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9966" y="3571875"/>
            <a:ext cx="1619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>
                <a:solidFill>
                  <a:srgbClr val="0F172A"/>
                </a:solidFill>
                <a:latin typeface="Fira Code"/>
              </a:rPr>
              <a:t>screenshot_as_base64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9966" y="4610100"/>
            <a:ext cx="1390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>
                <a:solidFill>
                  <a:srgbClr val="0F172A"/>
                </a:solidFill>
                <a:latin typeface="Fira Code"/>
              </a:rPr>
              <a:t>screenshot_as_png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2560" y="1257300"/>
            <a:ext cx="7323961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0020" y="1717040"/>
            <a:ext cx="6821041" cy="449326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146161" y="2495867"/>
            <a:ext cx="4710558" cy="666750"/>
          </a:xfrm>
          <a:prstGeom prst="roundRect">
            <a:avLst>
              <a:gd name="adj" fmla="val 11428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46161" y="3276917"/>
            <a:ext cx="4710558" cy="676275"/>
          </a:xfrm>
          <a:prstGeom prst="roundRect">
            <a:avLst>
              <a:gd name="adj" fmla="val 1126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46161" y="4067492"/>
            <a:ext cx="4710558" cy="666750"/>
          </a:xfrm>
          <a:prstGeom prst="roundRect">
            <a:avLst>
              <a:gd name="adj" fmla="val 11428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46161" y="4848542"/>
            <a:ext cx="4710558" cy="476250"/>
          </a:xfrm>
          <a:prstGeom prst="roundRect">
            <a:avLst>
              <a:gd name="adj" fmla="val 16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02396" y="3610292"/>
            <a:ext cx="4953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79586" y="3610292"/>
            <a:ext cx="5715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46336" y="3610292"/>
            <a:ext cx="190500" cy="219075"/>
          </a:xfrm>
          <a:prstGeom prst="roundRect">
            <a:avLst>
              <a:gd name="adj" fmla="val 20000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64949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vi-VN" sz="1050" b="1">
                <a:solidFill>
                  <a:srgbClr val="0969DA"/>
                </a:solidFill>
                <a:latin typeface="Inter"/>
              </a:rPr>
              <a:t>THUỘC</a:t>
            </a:r>
            <a:r>
              <a:rPr sz="1050" b="1" i="0" u="none">
                <a:solidFill>
                  <a:srgbClr val="0969DA"/>
                </a:solidFill>
                <a:latin typeface="Inter"/>
              </a:rPr>
              <a:t> TÍNH THÔNG 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Tra cứu Nội dung Văn bản, Thẻ HTML &amp; CSS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1447800"/>
            <a:ext cx="70658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Ví dụ thực tế trích xuất dữ liệu phần tử: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30" y="1809750"/>
            <a:ext cx="6669911" cy="417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sz="13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By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By.CSS_SELECTOR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, 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".main-header h1"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1.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Lấy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văn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bản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hiển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thị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trên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trang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heading_text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elem.text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-&gt;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Ví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dụ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: "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Chào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mừng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bạn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2.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Lấy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tên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thẻ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HTML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E6EDF3"/>
                </a:solidFill>
                <a:latin typeface="Fira Code"/>
              </a:rPr>
              <a:t>tag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elem.tag_name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-&gt;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Trả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về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: "h1"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3.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Lấy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giá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trị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thuộc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tính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CSS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tính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toán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(Computed CSS)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font_color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elem.value_of_css_property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"color"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bg_color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elem.value_of_css_property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"background-color"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font_size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elem.value_of_css_property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"font-size"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f"Thẻ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&lt;{tag}&gt;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có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chữ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'{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heading_text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}',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màu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: {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font_color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}"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279511" y="2629217"/>
            <a:ext cx="45391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69DA"/>
                </a:solidFill>
                <a:latin typeface="Inter"/>
              </a:rPr>
              <a:t>text:</a:t>
            </a:r>
            <a:r>
              <a:rPr sz="1200" b="0" i="0" u="none">
                <a:solidFill>
                  <a:srgbClr val="1F2328"/>
                </a:solidFill>
                <a:latin typeface="Inter"/>
              </a:rPr>
              <a:t> Trả về văn bản hiển thị mắt người nhìn thấy (innerText). Bỏ qua các đoạn ẩn bởi CSS.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9511" y="3410267"/>
            <a:ext cx="45391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69DA"/>
                </a:solidFill>
                <a:latin typeface="Inter"/>
              </a:rPr>
              <a:t>tag_name:</a:t>
            </a:r>
            <a:r>
              <a:rPr sz="1200" b="0" i="0" u="none">
                <a:solidFill>
                  <a:srgbClr val="1F2328"/>
                </a:solidFill>
                <a:latin typeface="Inter"/>
              </a:rPr>
              <a:t> Trả về chuỗi tên thẻ HTML viết thường (ví dụ: , , 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9511" y="4200842"/>
            <a:ext cx="45391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69DA"/>
                </a:solidFill>
                <a:latin typeface="Inter"/>
              </a:rPr>
              <a:t>value_of_css_property(prop):</a:t>
            </a:r>
            <a:r>
              <a:rPr sz="1200" b="0" i="0" u="none">
                <a:solidFill>
                  <a:srgbClr val="1F2328"/>
                </a:solidFill>
                <a:latin typeface="Inter"/>
              </a:rPr>
              <a:t> Đọc trực tiếp thuộc tính CSS computed (thường trả về dạng rgba hoặc px).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9511" y="4981892"/>
            <a:ext cx="453910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69DA"/>
                </a:solidFill>
                <a:latin typeface="Inter"/>
              </a:rPr>
              <a:t>parent:</a:t>
            </a:r>
            <a:r>
              <a:rPr sz="1200" b="0" i="0" u="none">
                <a:solidFill>
                  <a:srgbClr val="1F2328"/>
                </a:solidFill>
                <a:latin typeface="Inter"/>
              </a:rPr>
              <a:t> Trả về đối tượng WebDriver quản lý phần tử này.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9546" y="3629342"/>
            <a:ext cx="476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0" i="0" u="none">
                <a:solidFill>
                  <a:srgbClr val="0F172A"/>
                </a:solidFill>
                <a:latin typeface="Fira Code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736" y="3629342"/>
            <a:ext cx="552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0" i="0" u="none">
                <a:solidFill>
                  <a:srgbClr val="0F172A"/>
                </a:solidFill>
                <a:latin typeface="Fira Code"/>
              </a:rPr>
              <a:t>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3486" y="3629342"/>
            <a:ext cx="171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0" i="0" u="none">
                <a:solidFill>
                  <a:srgbClr val="0F172A"/>
                </a:solidFill>
                <a:latin typeface="Fira Code"/>
              </a:rPr>
              <a:t>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033641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676400"/>
            <a:ext cx="5652641" cy="453390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71841" y="2900362"/>
            <a:ext cx="5309998" cy="1231900"/>
          </a:xfrm>
          <a:prstGeom prst="roundRect">
            <a:avLst>
              <a:gd name="adj" fmla="val 8695"/>
            </a:avLst>
          </a:prstGeom>
          <a:solidFill>
            <a:srgbClr val="DDF4FF"/>
          </a:solidFill>
          <a:ln w="9525">
            <a:solidFill>
              <a:srgbClr val="54A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7033766" y="3062287"/>
            <a:ext cx="419100" cy="219075"/>
          </a:xfrm>
          <a:prstGeom prst="roundRect">
            <a:avLst>
              <a:gd name="adj" fmla="val 17391"/>
            </a:avLst>
          </a:prstGeom>
          <a:solidFill>
            <a:srgbClr val="C7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56773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vi-VN" sz="1050" b="1">
                <a:solidFill>
                  <a:srgbClr val="0969DA"/>
                </a:solidFill>
                <a:latin typeface="Inter"/>
              </a:rPr>
              <a:t>THUỘC</a:t>
            </a:r>
            <a:r>
              <a:rPr sz="1050" b="1" i="0" u="none">
                <a:solidFill>
                  <a:srgbClr val="0969DA"/>
                </a:solidFill>
                <a:latin typeface="Inter"/>
              </a:rPr>
              <a:t> TÍNH HÌNH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Thuộc tính Tọa độ &amp; Kích thước (Layout Geometry)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1447800"/>
            <a:ext cx="70658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Cách lấy tọa độ phục vụ ActionChains hoặc kiểm thử Layout: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1809750"/>
            <a:ext cx="5471031" cy="4131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sz="12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By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E6EDF3"/>
                </a:solidFill>
                <a:latin typeface="Fira Code"/>
              </a:rPr>
              <a:t>element = </a:t>
            </a:r>
            <a:r>
              <a:rPr sz="1200" b="0" i="0" u="none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(By.ID, 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"box"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200" b="0" i="0" u="none">
                <a:latin typeface="Fira Code"/>
              </a:rPr>
            </a:b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8B949E"/>
                </a:solidFill>
                <a:latin typeface="Fira Code"/>
              </a:rPr>
              <a:t># 1. location: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Trả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về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dict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{'x': int, 'y': int}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E6EDF3"/>
                </a:solidFill>
                <a:latin typeface="Fira Code"/>
              </a:rPr>
              <a:t>loc = </a:t>
            </a:r>
            <a:r>
              <a:rPr sz="1200" b="0" i="0" u="none" err="1">
                <a:solidFill>
                  <a:srgbClr val="E6EDF3"/>
                </a:solidFill>
                <a:latin typeface="Fira Code"/>
              </a:rPr>
              <a:t>element.location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f"Tọa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độ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 X: {loc['x']}, 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Tọa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độ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 Y: {loc['y']}"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)</a:t>
            </a:r>
            <a:endParaRPr lang="en-US" sz="1200">
              <a:solidFill>
                <a:srgbClr val="E6EDF3"/>
              </a:solidFill>
              <a:latin typeface="Fira Code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E6EDF3"/>
                </a:solidFill>
                <a:latin typeface="Fira Code"/>
              </a:rPr>
              <a:t> 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8B949E"/>
                </a:solidFill>
                <a:latin typeface="Fira Code"/>
              </a:rPr>
              <a:t># 2. size: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Trả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về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dict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{'width': int, 'height': int}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 err="1">
                <a:solidFill>
                  <a:srgbClr val="E6EDF3"/>
                </a:solidFill>
                <a:latin typeface="Fira Code"/>
              </a:rPr>
              <a:t>sz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200" b="0" i="0" u="none" err="1">
                <a:solidFill>
                  <a:srgbClr val="E6EDF3"/>
                </a:solidFill>
                <a:latin typeface="Fira Code"/>
              </a:rPr>
              <a:t>element.size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f"Rộng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: {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sz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['width']}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px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, Cao: {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sz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['height']}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px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)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E6EDF3"/>
                </a:solidFill>
                <a:latin typeface="Fira Code"/>
              </a:rPr>
              <a:t> 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8B949E"/>
                </a:solidFill>
                <a:latin typeface="Fira Code"/>
              </a:rPr>
              <a:t># 3.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rect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: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Tổng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hợp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cả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location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lẫn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size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E6EDF3"/>
                </a:solidFill>
                <a:latin typeface="Fira Code"/>
              </a:rPr>
              <a:t>r = </a:t>
            </a:r>
            <a:r>
              <a:rPr sz="1200" b="0" i="0" u="none" err="1">
                <a:solidFill>
                  <a:srgbClr val="E6EDF3"/>
                </a:solidFill>
                <a:latin typeface="Fira Code"/>
              </a:rPr>
              <a:t>element.rect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f"Rect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: x={r['x']}, y={r['y']}, w={r['width']}, h={r['height']}"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) </a:t>
            </a:r>
            <a:endParaRPr lang="en-US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33766" y="3062287"/>
            <a:ext cx="174314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969DA"/>
                </a:solidFill>
                <a:latin typeface="Space Grotesk"/>
              </a:rPr>
              <a:t>	</a:t>
            </a:r>
            <a:r>
              <a:rPr sz="1400" b="1" i="0" u="none">
                <a:solidFill>
                  <a:srgbClr val="0969DA"/>
                </a:solidFill>
                <a:latin typeface="Space Grotesk"/>
              </a:rPr>
              <a:t>(</a:t>
            </a:r>
            <a:r>
              <a:rPr sz="1400" b="1" i="0" u="none" err="1">
                <a:solidFill>
                  <a:srgbClr val="0969DA"/>
                </a:solidFill>
                <a:latin typeface="Space Grotesk"/>
              </a:rPr>
              <a:t>Khuyên</a:t>
            </a:r>
            <a:r>
              <a:rPr sz="1400" b="1" i="0" u="none">
                <a:solidFill>
                  <a:srgbClr val="0969DA"/>
                </a:solidFill>
                <a:latin typeface="Space Grotesk"/>
              </a:rPr>
              <a:t> </a:t>
            </a:r>
            <a:r>
              <a:rPr sz="1400" b="1" i="0" u="none" err="1">
                <a:solidFill>
                  <a:srgbClr val="0969DA"/>
                </a:solidFill>
                <a:latin typeface="Space Grotesk"/>
              </a:rPr>
              <a:t>dùng</a:t>
            </a:r>
            <a:r>
              <a:rPr sz="1400" b="1" i="0" u="none">
                <a:solidFill>
                  <a:srgbClr val="0969DA"/>
                </a:solidFill>
                <a:latin typeface="Space Grotesk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3766" y="3328987"/>
            <a:ext cx="5050918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Gộp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chung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cả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location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và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size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trong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1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cuộc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gọi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duy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nhất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.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Giảm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số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lượng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lệnh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gửi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qua Remote WebDriver,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tăng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tốc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độ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chạy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test.</a:t>
            </a:r>
            <a:endParaRPr sz="1000" b="0" i="0" u="none">
              <a:solidFill>
                <a:srgbClr val="1F2328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90916" y="3081337"/>
            <a:ext cx="40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 err="1">
                <a:solidFill>
                  <a:srgbClr val="0F172A"/>
                </a:solidFill>
                <a:latin typeface="Fira Code"/>
              </a:rPr>
              <a:t>rect</a:t>
            </a:r>
            <a:endParaRPr sz="1056" b="1" i="0" u="none">
              <a:solidFill>
                <a:srgbClr val="0F172A"/>
              </a:solidFill>
              <a:latin typeface="Fira Cod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453123"/>
              </p:ext>
            </p:extLst>
          </p:nvPr>
        </p:nvGraphicFramePr>
        <p:xfrm>
          <a:off x="354904" y="1200410"/>
          <a:ext cx="11515602" cy="5198320"/>
        </p:xfrm>
        <a:graphic>
          <a:graphicData uri="http://schemas.openxmlformats.org/drawingml/2006/table">
            <a:tbl>
              <a:tblPr/>
              <a:tblGrid>
                <a:gridCol w="2533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2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9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790">
                <a:tc>
                  <a:txBody>
                    <a:bodyPr/>
                    <a:lstStyle/>
                    <a:p>
                      <a:pPr algn="l"/>
                      <a:r>
                        <a:rPr b="1" err="1"/>
                        <a:t>Tên</a:t>
                      </a:r>
                      <a:r>
                        <a:rPr b="1"/>
                        <a:t>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err="1"/>
                        <a:t>Kiểu</a:t>
                      </a:r>
                      <a:r>
                        <a:rPr b="1"/>
                        <a:t> </a:t>
                      </a:r>
                      <a:r>
                        <a:rPr b="1" err="1"/>
                        <a:t>dữ</a:t>
                      </a:r>
                      <a:r>
                        <a:rPr b="1"/>
                        <a:t> </a:t>
                      </a:r>
                      <a:r>
                        <a:rPr b="1" err="1"/>
                        <a:t>liệu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err="1"/>
                        <a:t>Ví</a:t>
                      </a:r>
                      <a:r>
                        <a:rPr b="1"/>
                        <a:t> </a:t>
                      </a:r>
                      <a:r>
                        <a:rPr b="1" err="1"/>
                        <a:t>dụ</a:t>
                      </a:r>
                      <a:r>
                        <a:rPr b="1"/>
                        <a:t> </a:t>
                      </a:r>
                      <a:r>
                        <a:rPr b="1" err="1"/>
                        <a:t>mã</a:t>
                      </a:r>
                      <a:r>
                        <a:rPr b="1"/>
                        <a:t> </a:t>
                      </a:r>
                      <a:r>
                        <a:rPr b="1" err="1"/>
                        <a:t>lệnh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err="1"/>
                        <a:t>Mô</a:t>
                      </a:r>
                      <a:r>
                        <a:rPr b="1"/>
                        <a:t> </a:t>
                      </a:r>
                      <a:r>
                        <a:rPr b="1" err="1"/>
                        <a:t>tả</a:t>
                      </a:r>
                      <a:r>
                        <a:rPr b="1"/>
                        <a:t> </a:t>
                      </a:r>
                      <a:r>
                        <a:rPr b="1" err="1"/>
                        <a:t>công</a:t>
                      </a:r>
                      <a:r>
                        <a:rPr b="1"/>
                        <a:t> </a:t>
                      </a:r>
                      <a:r>
                        <a:rPr b="1" err="1"/>
                        <a:t>dụng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clear() / click()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elem.clear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Xóa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dữ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liệu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/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Nhấp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chuột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vào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phần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tử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send_keys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(*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val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elem.send_keys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("text")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Gõ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văn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bản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hoặc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gửi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đường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dẫn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file upload.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get_dom_attribute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elem.get_dom_attribute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("class")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Lấy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thuộc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tính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tĩnh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khai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báo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trong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HTML.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get_property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elem.get_property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("value")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Lấy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thuộc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tính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động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DOM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trong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JavaScript.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is_displayed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/enabled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if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elem.is_displayed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():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Kiểm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tra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trạng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thái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hiển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thị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/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kích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hoạt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text /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tag_name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A7F37"/>
                          </a:solidFill>
                          <a:latin typeface="Inter"/>
                        </a:rPr>
                        <a:t>Property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txt =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Nội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dung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chữ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hiển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thị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/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Tên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thẻ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HTML.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rect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/ 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A7F37"/>
                          </a:solidFill>
                          <a:latin typeface="Inter"/>
                        </a:rPr>
                        <a:t>Property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x =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elem.rect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['x']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Tọa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độ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X, Y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và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Kích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thước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phần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tử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66364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969DA"/>
                </a:solidFill>
                <a:latin typeface="Inter"/>
              </a:rPr>
              <a:t>TÓM TẮT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753892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F2328"/>
                </a:solidFill>
                <a:latin typeface="Space Grotesk"/>
              </a:rPr>
              <a:t>Bảng tra cứu nhanh các phương thức &amp; thuộc tính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176676" y="3119100"/>
            <a:ext cx="1838645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vi-VN" sz="4000" b="1">
                <a:solidFill>
                  <a:srgbClr val="FFFFFF"/>
                </a:solidFill>
                <a:latin typeface="Space Grotesk"/>
                <a:cs typeface="Space Grotesk"/>
              </a:rPr>
              <a:t>Cảm ơn</a:t>
            </a:r>
            <a:endParaRPr lang="vi-VN" sz="4000" b="1" i="0" u="none">
              <a:solidFill>
                <a:srgbClr val="FFFFFF"/>
              </a:solidFill>
              <a:latin typeface="Space Grotesk"/>
              <a:cs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2026-10-20T16:52:36Z</dcterms:modified>
  <cp:category/>
</cp:coreProperties>
</file>